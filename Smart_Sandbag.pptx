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320" r:id="rId2"/>
    <p:sldId id="260" r:id="rId3"/>
    <p:sldId id="383" r:id="rId4"/>
    <p:sldId id="382" r:id="rId5"/>
    <p:sldId id="393" r:id="rId6"/>
    <p:sldId id="394" r:id="rId7"/>
    <p:sldId id="395" r:id="rId8"/>
    <p:sldId id="392" r:id="rId9"/>
    <p:sldId id="397" r:id="rId10"/>
    <p:sldId id="399" r:id="rId11"/>
    <p:sldId id="381" r:id="rId12"/>
    <p:sldId id="396" r:id="rId13"/>
    <p:sldId id="38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77075EE-6809-40B7-963B-C96FCF44DFC0}">
          <p14:sldIdLst>
            <p14:sldId id="320"/>
            <p14:sldId id="260"/>
            <p14:sldId id="383"/>
            <p14:sldId id="382"/>
            <p14:sldId id="393"/>
            <p14:sldId id="394"/>
            <p14:sldId id="395"/>
            <p14:sldId id="392"/>
            <p14:sldId id="397"/>
            <p14:sldId id="399"/>
            <p14:sldId id="381"/>
            <p14:sldId id="396"/>
            <p14:sldId id="384"/>
          </p14:sldIdLst>
        </p14:section>
        <p14:section name="Appendix" id="{E9B8D452-4CE6-4C6C-B345-E764B5AAE519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D9CE"/>
    <a:srgbClr val="979587"/>
    <a:srgbClr val="9B978A"/>
    <a:srgbClr val="B4A998"/>
    <a:srgbClr val="989389"/>
    <a:srgbClr val="FBE3D6"/>
    <a:srgbClr val="DCEAF7"/>
    <a:srgbClr val="FF0000"/>
    <a:srgbClr val="0E2841"/>
    <a:srgbClr val="246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3850" autoAdjust="0"/>
  </p:normalViewPr>
  <p:slideViewPr>
    <p:cSldViewPr snapToGrid="0">
      <p:cViewPr>
        <p:scale>
          <a:sx n="75" d="100"/>
          <a:sy n="75" d="100"/>
        </p:scale>
        <p:origin x="195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798" y="78"/>
      </p:cViewPr>
      <p:guideLst/>
    </p:cSldViewPr>
  </p:notesViewPr>
  <p:gridSpacing cx="91439" cy="9143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6590AA-7421-4D61-BB31-BF86DE482B03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3ECA323-2541-4A32-A61B-6593459E5D12}">
      <dgm:prSet phldrT="[Text]" custT="1"/>
      <dgm:spPr/>
      <dgm:t>
        <a:bodyPr/>
        <a:lstStyle/>
        <a:p>
          <a:r>
            <a:rPr lang="en-US" sz="3200" dirty="0">
              <a:latin typeface="Times New Roman" panose="02020603050405020304" pitchFamily="18" charset="0"/>
              <a:cs typeface="Times New Roman" panose="02020603050405020304" pitchFamily="18" charset="0"/>
            </a:rPr>
            <a:t>1. Basic setup</a:t>
          </a:r>
        </a:p>
      </dgm:t>
    </dgm:pt>
    <dgm:pt modelId="{347C8625-9E1A-496C-B3FA-15258FDE68BF}" type="parTrans" cxnId="{1094C4DA-C18E-42E2-A80F-0596D5FBADEB}">
      <dgm:prSet/>
      <dgm:spPr/>
      <dgm:t>
        <a:bodyPr/>
        <a:lstStyle/>
        <a:p>
          <a:endParaRPr lang="en-US"/>
        </a:p>
      </dgm:t>
    </dgm:pt>
    <dgm:pt modelId="{AACC3BB2-C87F-4FFC-B765-0AB85B4BC393}" type="sibTrans" cxnId="{1094C4DA-C18E-42E2-A80F-0596D5FBADEB}">
      <dgm:prSet/>
      <dgm:spPr/>
      <dgm:t>
        <a:bodyPr/>
        <a:lstStyle/>
        <a:p>
          <a:endParaRPr lang="en-US"/>
        </a:p>
      </dgm:t>
    </dgm:pt>
    <dgm:pt modelId="{565B49BF-849D-4CBD-A109-DE269DBA9AFD}">
      <dgm:prSet phldrT="[Text]" custT="1"/>
      <dgm:spPr/>
      <dgm:t>
        <a:bodyPr/>
        <a:lstStyle/>
        <a:p>
          <a:r>
            <a:rPr lang="en-US" sz="3200" dirty="0">
              <a:latin typeface="Times New Roman" panose="02020603050405020304" pitchFamily="18" charset="0"/>
              <a:cs typeface="Times New Roman" panose="02020603050405020304" pitchFamily="18" charset="0"/>
            </a:rPr>
            <a:t>3. From XIAO microcontroller to laptop</a:t>
          </a:r>
        </a:p>
      </dgm:t>
    </dgm:pt>
    <dgm:pt modelId="{D59949D8-CA76-4E5B-B785-D347F64835C4}" type="parTrans" cxnId="{CD8D516E-07ED-479A-8A65-46C1190C46F1}">
      <dgm:prSet/>
      <dgm:spPr/>
      <dgm:t>
        <a:bodyPr/>
        <a:lstStyle/>
        <a:p>
          <a:endParaRPr lang="en-US"/>
        </a:p>
      </dgm:t>
    </dgm:pt>
    <dgm:pt modelId="{3BE5598D-DB9A-4C8F-8624-269135121395}" type="sibTrans" cxnId="{CD8D516E-07ED-479A-8A65-46C1190C46F1}">
      <dgm:prSet/>
      <dgm:spPr/>
      <dgm:t>
        <a:bodyPr/>
        <a:lstStyle/>
        <a:p>
          <a:endParaRPr lang="en-US"/>
        </a:p>
      </dgm:t>
    </dgm:pt>
    <dgm:pt modelId="{B5C9D33A-7715-4857-834C-74FAB724F0ED}">
      <dgm:prSet phldrT="[Text]" custT="1"/>
      <dgm:spPr/>
      <dgm:t>
        <a:bodyPr/>
        <a:lstStyle/>
        <a:p>
          <a:r>
            <a:rPr lang="en-US" sz="3200" dirty="0">
              <a:latin typeface="Times New Roman" panose="02020603050405020304" pitchFamily="18" charset="0"/>
              <a:cs typeface="Times New Roman" panose="02020603050405020304" pitchFamily="18" charset="0"/>
            </a:rPr>
            <a:t>2. From sensors to XIAO microcontroller</a:t>
          </a:r>
        </a:p>
      </dgm:t>
    </dgm:pt>
    <dgm:pt modelId="{5F7065B1-487C-4B92-A2CA-F416EE202D7F}" type="parTrans" cxnId="{0C0AC2EE-CD69-4BF2-A1AF-E428F52598EF}">
      <dgm:prSet/>
      <dgm:spPr/>
      <dgm:t>
        <a:bodyPr/>
        <a:lstStyle/>
        <a:p>
          <a:endParaRPr lang="en-US"/>
        </a:p>
      </dgm:t>
    </dgm:pt>
    <dgm:pt modelId="{F79100FC-6A55-435B-8F6D-54580194A7A1}" type="sibTrans" cxnId="{0C0AC2EE-CD69-4BF2-A1AF-E428F52598EF}">
      <dgm:prSet/>
      <dgm:spPr/>
      <dgm:t>
        <a:bodyPr/>
        <a:lstStyle/>
        <a:p>
          <a:endParaRPr lang="en-US"/>
        </a:p>
      </dgm:t>
    </dgm:pt>
    <dgm:pt modelId="{F07C5F1C-AFB6-450F-8D9F-C313D8D21CA3}" type="pres">
      <dgm:prSet presAssocID="{176590AA-7421-4D61-BB31-BF86DE482B03}" presName="linear" presStyleCnt="0">
        <dgm:presLayoutVars>
          <dgm:dir/>
          <dgm:animLvl val="lvl"/>
          <dgm:resizeHandles val="exact"/>
        </dgm:presLayoutVars>
      </dgm:prSet>
      <dgm:spPr/>
    </dgm:pt>
    <dgm:pt modelId="{B20CF844-8A71-4047-9BDF-B90EE5738CA6}" type="pres">
      <dgm:prSet presAssocID="{E3ECA323-2541-4A32-A61B-6593459E5D12}" presName="parentLin" presStyleCnt="0"/>
      <dgm:spPr/>
    </dgm:pt>
    <dgm:pt modelId="{930CE48A-382D-4335-9332-D434EAB12281}" type="pres">
      <dgm:prSet presAssocID="{E3ECA323-2541-4A32-A61B-6593459E5D12}" presName="parentLeftMargin" presStyleLbl="node1" presStyleIdx="0" presStyleCnt="3"/>
      <dgm:spPr/>
    </dgm:pt>
    <dgm:pt modelId="{B7ACAB1A-BCBE-4355-A3C7-074704659E09}" type="pres">
      <dgm:prSet presAssocID="{E3ECA323-2541-4A32-A61B-6593459E5D1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7299ACD-1AA5-486D-9BC3-A376CF170CA5}" type="pres">
      <dgm:prSet presAssocID="{E3ECA323-2541-4A32-A61B-6593459E5D12}" presName="negativeSpace" presStyleCnt="0"/>
      <dgm:spPr/>
    </dgm:pt>
    <dgm:pt modelId="{259D75DC-D596-4653-81F7-1B776E8731D2}" type="pres">
      <dgm:prSet presAssocID="{E3ECA323-2541-4A32-A61B-6593459E5D12}" presName="childText" presStyleLbl="conFgAcc1" presStyleIdx="0" presStyleCnt="3">
        <dgm:presLayoutVars>
          <dgm:bulletEnabled val="1"/>
        </dgm:presLayoutVars>
      </dgm:prSet>
      <dgm:spPr/>
    </dgm:pt>
    <dgm:pt modelId="{C2CE8918-838C-4DE0-BB7D-8793744EA1D7}" type="pres">
      <dgm:prSet presAssocID="{AACC3BB2-C87F-4FFC-B765-0AB85B4BC393}" presName="spaceBetweenRectangles" presStyleCnt="0"/>
      <dgm:spPr/>
    </dgm:pt>
    <dgm:pt modelId="{018BA29F-E2F1-4FAF-B77D-9146CE2F32C1}" type="pres">
      <dgm:prSet presAssocID="{B5C9D33A-7715-4857-834C-74FAB724F0ED}" presName="parentLin" presStyleCnt="0"/>
      <dgm:spPr/>
    </dgm:pt>
    <dgm:pt modelId="{A2161EB4-DB10-44BA-BB15-0A5BEA9CA366}" type="pres">
      <dgm:prSet presAssocID="{B5C9D33A-7715-4857-834C-74FAB724F0ED}" presName="parentLeftMargin" presStyleLbl="node1" presStyleIdx="0" presStyleCnt="3"/>
      <dgm:spPr/>
    </dgm:pt>
    <dgm:pt modelId="{0B11DA7F-DD6B-4BAA-B34E-37E28A951483}" type="pres">
      <dgm:prSet presAssocID="{B5C9D33A-7715-4857-834C-74FAB724F0E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71E85DE-1DB8-4FAA-B613-278380C12871}" type="pres">
      <dgm:prSet presAssocID="{B5C9D33A-7715-4857-834C-74FAB724F0ED}" presName="negativeSpace" presStyleCnt="0"/>
      <dgm:spPr/>
    </dgm:pt>
    <dgm:pt modelId="{A6953509-2376-46E2-903C-D556FE3C32CB}" type="pres">
      <dgm:prSet presAssocID="{B5C9D33A-7715-4857-834C-74FAB724F0ED}" presName="childText" presStyleLbl="conFgAcc1" presStyleIdx="1" presStyleCnt="3">
        <dgm:presLayoutVars>
          <dgm:bulletEnabled val="1"/>
        </dgm:presLayoutVars>
      </dgm:prSet>
      <dgm:spPr/>
    </dgm:pt>
    <dgm:pt modelId="{FC5CACC0-B55E-45A9-9F3F-99E863E053F7}" type="pres">
      <dgm:prSet presAssocID="{F79100FC-6A55-435B-8F6D-54580194A7A1}" presName="spaceBetweenRectangles" presStyleCnt="0"/>
      <dgm:spPr/>
    </dgm:pt>
    <dgm:pt modelId="{01DF9AC8-DBE8-47C7-87D9-C9FAA7096CCE}" type="pres">
      <dgm:prSet presAssocID="{565B49BF-849D-4CBD-A109-DE269DBA9AFD}" presName="parentLin" presStyleCnt="0"/>
      <dgm:spPr/>
    </dgm:pt>
    <dgm:pt modelId="{D7E66901-A185-40F4-B7A1-5704B288F4E7}" type="pres">
      <dgm:prSet presAssocID="{565B49BF-849D-4CBD-A109-DE269DBA9AFD}" presName="parentLeftMargin" presStyleLbl="node1" presStyleIdx="1" presStyleCnt="3"/>
      <dgm:spPr/>
    </dgm:pt>
    <dgm:pt modelId="{A5A5AA8C-0589-4CD8-967E-1B5ED6C76B48}" type="pres">
      <dgm:prSet presAssocID="{565B49BF-849D-4CBD-A109-DE269DBA9AF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5F791D5-E41A-497C-9F66-980E37D27E27}" type="pres">
      <dgm:prSet presAssocID="{565B49BF-849D-4CBD-A109-DE269DBA9AFD}" presName="negativeSpace" presStyleCnt="0"/>
      <dgm:spPr/>
    </dgm:pt>
    <dgm:pt modelId="{338AE3A9-CFC1-46AC-8E7E-28CC388CDE86}" type="pres">
      <dgm:prSet presAssocID="{565B49BF-849D-4CBD-A109-DE269DBA9AF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75A9714-7E08-4D0D-92E1-6E370575AFCC}" type="presOf" srcId="{B5C9D33A-7715-4857-834C-74FAB724F0ED}" destId="{0B11DA7F-DD6B-4BAA-B34E-37E28A951483}" srcOrd="1" destOrd="0" presId="urn:microsoft.com/office/officeart/2005/8/layout/list1"/>
    <dgm:cxn modelId="{B401AC2F-6D8F-4AE2-9E47-646D19304254}" type="presOf" srcId="{565B49BF-849D-4CBD-A109-DE269DBA9AFD}" destId="{A5A5AA8C-0589-4CD8-967E-1B5ED6C76B48}" srcOrd="1" destOrd="0" presId="urn:microsoft.com/office/officeart/2005/8/layout/list1"/>
    <dgm:cxn modelId="{AFAD0E42-7A9F-4B60-96A8-925ECFE431A3}" type="presOf" srcId="{176590AA-7421-4D61-BB31-BF86DE482B03}" destId="{F07C5F1C-AFB6-450F-8D9F-C313D8D21CA3}" srcOrd="0" destOrd="0" presId="urn:microsoft.com/office/officeart/2005/8/layout/list1"/>
    <dgm:cxn modelId="{725B194B-F2C2-499D-A836-99CC9959E956}" type="presOf" srcId="{E3ECA323-2541-4A32-A61B-6593459E5D12}" destId="{930CE48A-382D-4335-9332-D434EAB12281}" srcOrd="0" destOrd="0" presId="urn:microsoft.com/office/officeart/2005/8/layout/list1"/>
    <dgm:cxn modelId="{CD8D516E-07ED-479A-8A65-46C1190C46F1}" srcId="{176590AA-7421-4D61-BB31-BF86DE482B03}" destId="{565B49BF-849D-4CBD-A109-DE269DBA9AFD}" srcOrd="2" destOrd="0" parTransId="{D59949D8-CA76-4E5B-B785-D347F64835C4}" sibTransId="{3BE5598D-DB9A-4C8F-8624-269135121395}"/>
    <dgm:cxn modelId="{FA2E7779-D3EC-47CB-A832-5445D78E1B08}" type="presOf" srcId="{565B49BF-849D-4CBD-A109-DE269DBA9AFD}" destId="{D7E66901-A185-40F4-B7A1-5704B288F4E7}" srcOrd="0" destOrd="0" presId="urn:microsoft.com/office/officeart/2005/8/layout/list1"/>
    <dgm:cxn modelId="{A23DB2A5-D127-4E8C-9A2E-8B300E28FD19}" type="presOf" srcId="{B5C9D33A-7715-4857-834C-74FAB724F0ED}" destId="{A2161EB4-DB10-44BA-BB15-0A5BEA9CA366}" srcOrd="0" destOrd="0" presId="urn:microsoft.com/office/officeart/2005/8/layout/list1"/>
    <dgm:cxn modelId="{7153ECC2-51A2-47C5-A387-27E3268C2ACE}" type="presOf" srcId="{E3ECA323-2541-4A32-A61B-6593459E5D12}" destId="{B7ACAB1A-BCBE-4355-A3C7-074704659E09}" srcOrd="1" destOrd="0" presId="urn:microsoft.com/office/officeart/2005/8/layout/list1"/>
    <dgm:cxn modelId="{1094C4DA-C18E-42E2-A80F-0596D5FBADEB}" srcId="{176590AA-7421-4D61-BB31-BF86DE482B03}" destId="{E3ECA323-2541-4A32-A61B-6593459E5D12}" srcOrd="0" destOrd="0" parTransId="{347C8625-9E1A-496C-B3FA-15258FDE68BF}" sibTransId="{AACC3BB2-C87F-4FFC-B765-0AB85B4BC393}"/>
    <dgm:cxn modelId="{0C0AC2EE-CD69-4BF2-A1AF-E428F52598EF}" srcId="{176590AA-7421-4D61-BB31-BF86DE482B03}" destId="{B5C9D33A-7715-4857-834C-74FAB724F0ED}" srcOrd="1" destOrd="0" parTransId="{5F7065B1-487C-4B92-A2CA-F416EE202D7F}" sibTransId="{F79100FC-6A55-435B-8F6D-54580194A7A1}"/>
    <dgm:cxn modelId="{56F9CC65-4CE1-49F2-8A6A-E968B77E1509}" type="presParOf" srcId="{F07C5F1C-AFB6-450F-8D9F-C313D8D21CA3}" destId="{B20CF844-8A71-4047-9BDF-B90EE5738CA6}" srcOrd="0" destOrd="0" presId="urn:microsoft.com/office/officeart/2005/8/layout/list1"/>
    <dgm:cxn modelId="{51F39F51-1469-4CEB-8663-F812B576648D}" type="presParOf" srcId="{B20CF844-8A71-4047-9BDF-B90EE5738CA6}" destId="{930CE48A-382D-4335-9332-D434EAB12281}" srcOrd="0" destOrd="0" presId="urn:microsoft.com/office/officeart/2005/8/layout/list1"/>
    <dgm:cxn modelId="{981F2E07-C221-4C79-B749-A0D4CE6387A9}" type="presParOf" srcId="{B20CF844-8A71-4047-9BDF-B90EE5738CA6}" destId="{B7ACAB1A-BCBE-4355-A3C7-074704659E09}" srcOrd="1" destOrd="0" presId="urn:microsoft.com/office/officeart/2005/8/layout/list1"/>
    <dgm:cxn modelId="{A5609D8B-6357-466F-B079-93CFE568EE2A}" type="presParOf" srcId="{F07C5F1C-AFB6-450F-8D9F-C313D8D21CA3}" destId="{37299ACD-1AA5-486D-9BC3-A376CF170CA5}" srcOrd="1" destOrd="0" presId="urn:microsoft.com/office/officeart/2005/8/layout/list1"/>
    <dgm:cxn modelId="{4FA18898-C83E-4E73-9EEC-AEAEC7F981EF}" type="presParOf" srcId="{F07C5F1C-AFB6-450F-8D9F-C313D8D21CA3}" destId="{259D75DC-D596-4653-81F7-1B776E8731D2}" srcOrd="2" destOrd="0" presId="urn:microsoft.com/office/officeart/2005/8/layout/list1"/>
    <dgm:cxn modelId="{6284490B-336B-4C7C-A923-27BFDB788A69}" type="presParOf" srcId="{F07C5F1C-AFB6-450F-8D9F-C313D8D21CA3}" destId="{C2CE8918-838C-4DE0-BB7D-8793744EA1D7}" srcOrd="3" destOrd="0" presId="urn:microsoft.com/office/officeart/2005/8/layout/list1"/>
    <dgm:cxn modelId="{AC4CDD62-05EB-4FAC-A281-0A22A020BEE2}" type="presParOf" srcId="{F07C5F1C-AFB6-450F-8D9F-C313D8D21CA3}" destId="{018BA29F-E2F1-4FAF-B77D-9146CE2F32C1}" srcOrd="4" destOrd="0" presId="urn:microsoft.com/office/officeart/2005/8/layout/list1"/>
    <dgm:cxn modelId="{83D72625-D414-4734-8289-DCDC23943434}" type="presParOf" srcId="{018BA29F-E2F1-4FAF-B77D-9146CE2F32C1}" destId="{A2161EB4-DB10-44BA-BB15-0A5BEA9CA366}" srcOrd="0" destOrd="0" presId="urn:microsoft.com/office/officeart/2005/8/layout/list1"/>
    <dgm:cxn modelId="{9473499C-2A0B-43BA-89AE-D6D1E7F508DB}" type="presParOf" srcId="{018BA29F-E2F1-4FAF-B77D-9146CE2F32C1}" destId="{0B11DA7F-DD6B-4BAA-B34E-37E28A951483}" srcOrd="1" destOrd="0" presId="urn:microsoft.com/office/officeart/2005/8/layout/list1"/>
    <dgm:cxn modelId="{4E405699-8312-47B1-BDB0-220EDEDDDA4D}" type="presParOf" srcId="{F07C5F1C-AFB6-450F-8D9F-C313D8D21CA3}" destId="{C71E85DE-1DB8-4FAA-B613-278380C12871}" srcOrd="5" destOrd="0" presId="urn:microsoft.com/office/officeart/2005/8/layout/list1"/>
    <dgm:cxn modelId="{122677B5-3765-4505-8DCC-7DEE69C55D11}" type="presParOf" srcId="{F07C5F1C-AFB6-450F-8D9F-C313D8D21CA3}" destId="{A6953509-2376-46E2-903C-D556FE3C32CB}" srcOrd="6" destOrd="0" presId="urn:microsoft.com/office/officeart/2005/8/layout/list1"/>
    <dgm:cxn modelId="{C69AB144-5BD0-434E-BC2A-8E2E1E6A8A45}" type="presParOf" srcId="{F07C5F1C-AFB6-450F-8D9F-C313D8D21CA3}" destId="{FC5CACC0-B55E-45A9-9F3F-99E863E053F7}" srcOrd="7" destOrd="0" presId="urn:microsoft.com/office/officeart/2005/8/layout/list1"/>
    <dgm:cxn modelId="{D3C20088-C779-4669-BB7A-7CC33C6C3535}" type="presParOf" srcId="{F07C5F1C-AFB6-450F-8D9F-C313D8D21CA3}" destId="{01DF9AC8-DBE8-47C7-87D9-C9FAA7096CCE}" srcOrd="8" destOrd="0" presId="urn:microsoft.com/office/officeart/2005/8/layout/list1"/>
    <dgm:cxn modelId="{77F1905D-2BC6-4BB8-9593-98E83EFD129D}" type="presParOf" srcId="{01DF9AC8-DBE8-47C7-87D9-C9FAA7096CCE}" destId="{D7E66901-A185-40F4-B7A1-5704B288F4E7}" srcOrd="0" destOrd="0" presId="urn:microsoft.com/office/officeart/2005/8/layout/list1"/>
    <dgm:cxn modelId="{0DB18C00-E361-4AE5-9F30-9E87CEF26DE3}" type="presParOf" srcId="{01DF9AC8-DBE8-47C7-87D9-C9FAA7096CCE}" destId="{A5A5AA8C-0589-4CD8-967E-1B5ED6C76B48}" srcOrd="1" destOrd="0" presId="urn:microsoft.com/office/officeart/2005/8/layout/list1"/>
    <dgm:cxn modelId="{B2641EB5-AC5F-4263-BD0A-4BB1439B10F7}" type="presParOf" srcId="{F07C5F1C-AFB6-450F-8D9F-C313D8D21CA3}" destId="{05F791D5-E41A-497C-9F66-980E37D27E27}" srcOrd="9" destOrd="0" presId="urn:microsoft.com/office/officeart/2005/8/layout/list1"/>
    <dgm:cxn modelId="{1BCB3314-F0CC-4102-83D3-C368CB8053E1}" type="presParOf" srcId="{F07C5F1C-AFB6-450F-8D9F-C313D8D21CA3}" destId="{338AE3A9-CFC1-46AC-8E7E-28CC388CDE86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44D4F08-2E9B-4D47-B07C-8EBF106C98F6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FCC2F44-3062-48CE-A375-EB9821FEAA71}">
      <dgm:prSet phldrT="[Text]" custT="1"/>
      <dgm:spPr/>
      <dgm:t>
        <a:bodyPr/>
        <a:lstStyle/>
        <a:p>
          <a:r>
            <a:rPr lang="en-US" sz="1700" dirty="0"/>
            <a:t>Real time </a:t>
          </a:r>
          <a:r>
            <a:rPr lang="en-US" sz="1700" b="0" dirty="0"/>
            <a:t>Web display</a:t>
          </a:r>
        </a:p>
      </dgm:t>
    </dgm:pt>
    <dgm:pt modelId="{094FA0BE-A82C-44ED-A928-4F6BB6C19071}" type="parTrans" cxnId="{D33F3F5E-152B-430D-9B71-3A5FF1A23511}">
      <dgm:prSet/>
      <dgm:spPr/>
      <dgm:t>
        <a:bodyPr/>
        <a:lstStyle/>
        <a:p>
          <a:endParaRPr lang="en-US"/>
        </a:p>
      </dgm:t>
    </dgm:pt>
    <dgm:pt modelId="{F938E236-8A69-45BB-AD47-B276EC7ECCCC}" type="sibTrans" cxnId="{D33F3F5E-152B-430D-9B71-3A5FF1A23511}">
      <dgm:prSet/>
      <dgm:spPr/>
      <dgm:t>
        <a:bodyPr/>
        <a:lstStyle/>
        <a:p>
          <a:endParaRPr lang="en-US"/>
        </a:p>
      </dgm:t>
    </dgm:pt>
    <dgm:pt modelId="{7C988CBC-A315-4B6D-A089-3FCEA6E220C6}">
      <dgm:prSet phldrT="[Text]" phldr="0" custT="1"/>
      <dgm:spPr/>
      <dgm:t>
        <a:bodyPr/>
        <a:lstStyle/>
        <a:p>
          <a:r>
            <a:rPr lang="en-US" sz="1700" dirty="0"/>
            <a:t>Users</a:t>
          </a:r>
        </a:p>
      </dgm:t>
    </dgm:pt>
    <dgm:pt modelId="{BF972E12-A8E0-4277-A5AB-1A4CE8243A44}" type="parTrans" cxnId="{68872B6A-E336-4A8F-952B-CD0E6B168083}">
      <dgm:prSet/>
      <dgm:spPr/>
      <dgm:t>
        <a:bodyPr/>
        <a:lstStyle/>
        <a:p>
          <a:endParaRPr lang="en-US"/>
        </a:p>
      </dgm:t>
    </dgm:pt>
    <dgm:pt modelId="{F958AD89-0522-4B9E-A437-4AF557D69AED}" type="sibTrans" cxnId="{68872B6A-E336-4A8F-952B-CD0E6B168083}">
      <dgm:prSet/>
      <dgm:spPr/>
      <dgm:t>
        <a:bodyPr/>
        <a:lstStyle/>
        <a:p>
          <a:endParaRPr lang="en-US"/>
        </a:p>
      </dgm:t>
    </dgm:pt>
    <dgm:pt modelId="{B486DC34-BAFE-4D96-8979-AD56994AE1C7}">
      <dgm:prSet phldrT="[Text]" phldr="0" custT="1"/>
      <dgm:spPr/>
      <dgm:t>
        <a:bodyPr/>
        <a:lstStyle/>
        <a:p>
          <a:r>
            <a:rPr lang="en-US" sz="1700" dirty="0"/>
            <a:t>Sensor combination logic (</a:t>
          </a:r>
          <a:r>
            <a:rPr lang="en-US" sz="1700" dirty="0" err="1"/>
            <a:t>IMU+Condenser</a:t>
          </a:r>
          <a:r>
            <a:rPr lang="en-US" sz="1700" dirty="0"/>
            <a:t> mics)</a:t>
          </a:r>
        </a:p>
      </dgm:t>
    </dgm:pt>
    <dgm:pt modelId="{2DE3E7C2-5334-4ACB-AD9D-71861C736736}" type="parTrans" cxnId="{29B62119-44D5-4352-9A57-3569D5EF4B55}">
      <dgm:prSet/>
      <dgm:spPr/>
      <dgm:t>
        <a:bodyPr/>
        <a:lstStyle/>
        <a:p>
          <a:endParaRPr lang="en-US"/>
        </a:p>
      </dgm:t>
    </dgm:pt>
    <dgm:pt modelId="{FE7CEFE6-44D9-49BC-9173-DC0521487385}" type="sibTrans" cxnId="{29B62119-44D5-4352-9A57-3569D5EF4B55}">
      <dgm:prSet/>
      <dgm:spPr/>
      <dgm:t>
        <a:bodyPr/>
        <a:lstStyle/>
        <a:p>
          <a:endParaRPr lang="en-US"/>
        </a:p>
      </dgm:t>
    </dgm:pt>
    <dgm:pt modelId="{88C1B08E-54A5-45AF-BC1B-08264D13FAD0}">
      <dgm:prSet phldrT="[Text]" phldr="0" custT="1"/>
      <dgm:spPr/>
      <dgm:t>
        <a:bodyPr/>
        <a:lstStyle/>
        <a:p>
          <a:r>
            <a:rPr lang="en-US" sz="1700" dirty="0"/>
            <a:t>XIAO Microcontroller</a:t>
          </a:r>
        </a:p>
      </dgm:t>
    </dgm:pt>
    <dgm:pt modelId="{F69DC103-F390-4399-9608-97ED66C1CB84}" type="parTrans" cxnId="{7C616619-8564-4EA6-8676-C05EF76B910C}">
      <dgm:prSet/>
      <dgm:spPr/>
      <dgm:t>
        <a:bodyPr/>
        <a:lstStyle/>
        <a:p>
          <a:endParaRPr lang="en-US"/>
        </a:p>
      </dgm:t>
    </dgm:pt>
    <dgm:pt modelId="{757D6D11-30EA-4395-9D4D-DC883ABA5063}" type="sibTrans" cxnId="{7C616619-8564-4EA6-8676-C05EF76B910C}">
      <dgm:prSet/>
      <dgm:spPr/>
      <dgm:t>
        <a:bodyPr/>
        <a:lstStyle/>
        <a:p>
          <a:endParaRPr lang="en-US"/>
        </a:p>
      </dgm:t>
    </dgm:pt>
    <dgm:pt modelId="{196D7B88-D7D2-4E58-BA60-A21522583EE8}" type="pres">
      <dgm:prSet presAssocID="{444D4F08-2E9B-4D47-B07C-8EBF106C98F6}" presName="cycle" presStyleCnt="0">
        <dgm:presLayoutVars>
          <dgm:dir/>
          <dgm:resizeHandles val="exact"/>
        </dgm:presLayoutVars>
      </dgm:prSet>
      <dgm:spPr/>
    </dgm:pt>
    <dgm:pt modelId="{46ED3B13-6BEC-49B8-A065-D6D333CD81F5}" type="pres">
      <dgm:prSet presAssocID="{1FCC2F44-3062-48CE-A375-EB9821FEAA71}" presName="node" presStyleLbl="node1" presStyleIdx="0" presStyleCnt="4">
        <dgm:presLayoutVars>
          <dgm:bulletEnabled val="1"/>
        </dgm:presLayoutVars>
      </dgm:prSet>
      <dgm:spPr/>
    </dgm:pt>
    <dgm:pt modelId="{FA7E9C74-A68D-45F9-92BB-14EE63CF7AD7}" type="pres">
      <dgm:prSet presAssocID="{F938E236-8A69-45BB-AD47-B276EC7ECCCC}" presName="sibTrans" presStyleLbl="sibTrans2D1" presStyleIdx="0" presStyleCnt="4"/>
      <dgm:spPr/>
    </dgm:pt>
    <dgm:pt modelId="{A5FC7500-0A13-4114-8C01-F728D668F851}" type="pres">
      <dgm:prSet presAssocID="{F938E236-8A69-45BB-AD47-B276EC7ECCCC}" presName="connectorText" presStyleLbl="sibTrans2D1" presStyleIdx="0" presStyleCnt="4"/>
      <dgm:spPr/>
    </dgm:pt>
    <dgm:pt modelId="{0170DEDB-1AF5-4A6F-B1B4-7158B559941E}" type="pres">
      <dgm:prSet presAssocID="{7C988CBC-A315-4B6D-A089-3FCEA6E220C6}" presName="node" presStyleLbl="node1" presStyleIdx="1" presStyleCnt="4">
        <dgm:presLayoutVars>
          <dgm:bulletEnabled val="1"/>
        </dgm:presLayoutVars>
      </dgm:prSet>
      <dgm:spPr/>
    </dgm:pt>
    <dgm:pt modelId="{FFC0586A-8A5D-4688-BBAC-BC6BF4A7A520}" type="pres">
      <dgm:prSet presAssocID="{F958AD89-0522-4B9E-A437-4AF557D69AED}" presName="sibTrans" presStyleLbl="sibTrans2D1" presStyleIdx="1" presStyleCnt="4"/>
      <dgm:spPr/>
    </dgm:pt>
    <dgm:pt modelId="{1500512C-0181-471D-BFA9-C92DE3158ED0}" type="pres">
      <dgm:prSet presAssocID="{F958AD89-0522-4B9E-A437-4AF557D69AED}" presName="connectorText" presStyleLbl="sibTrans2D1" presStyleIdx="1" presStyleCnt="4"/>
      <dgm:spPr/>
    </dgm:pt>
    <dgm:pt modelId="{52C82298-A9C7-4082-B352-AE4DE7D2EEBA}" type="pres">
      <dgm:prSet presAssocID="{B486DC34-BAFE-4D96-8979-AD56994AE1C7}" presName="node" presStyleLbl="node1" presStyleIdx="2" presStyleCnt="4">
        <dgm:presLayoutVars>
          <dgm:bulletEnabled val="1"/>
        </dgm:presLayoutVars>
      </dgm:prSet>
      <dgm:spPr/>
    </dgm:pt>
    <dgm:pt modelId="{87DA82A1-90DB-4D02-B173-349B8E3F9C59}" type="pres">
      <dgm:prSet presAssocID="{FE7CEFE6-44D9-49BC-9173-DC0521487385}" presName="sibTrans" presStyleLbl="sibTrans2D1" presStyleIdx="2" presStyleCnt="4"/>
      <dgm:spPr/>
    </dgm:pt>
    <dgm:pt modelId="{C66CDDA6-3D5A-4170-AEEE-AFA281AD4AD2}" type="pres">
      <dgm:prSet presAssocID="{FE7CEFE6-44D9-49BC-9173-DC0521487385}" presName="connectorText" presStyleLbl="sibTrans2D1" presStyleIdx="2" presStyleCnt="4"/>
      <dgm:spPr/>
    </dgm:pt>
    <dgm:pt modelId="{4FA00877-B741-4E0C-9035-190B87CB560F}" type="pres">
      <dgm:prSet presAssocID="{88C1B08E-54A5-45AF-BC1B-08264D13FAD0}" presName="node" presStyleLbl="node1" presStyleIdx="3" presStyleCnt="4">
        <dgm:presLayoutVars>
          <dgm:bulletEnabled val="1"/>
        </dgm:presLayoutVars>
      </dgm:prSet>
      <dgm:spPr/>
    </dgm:pt>
    <dgm:pt modelId="{E5A38622-6667-42CE-9D83-BD46A5175559}" type="pres">
      <dgm:prSet presAssocID="{757D6D11-30EA-4395-9D4D-DC883ABA5063}" presName="sibTrans" presStyleLbl="sibTrans2D1" presStyleIdx="3" presStyleCnt="4"/>
      <dgm:spPr/>
    </dgm:pt>
    <dgm:pt modelId="{27EE39C9-EC57-4498-8EC3-B480CA4D4A4F}" type="pres">
      <dgm:prSet presAssocID="{757D6D11-30EA-4395-9D4D-DC883ABA5063}" presName="connectorText" presStyleLbl="sibTrans2D1" presStyleIdx="3" presStyleCnt="4"/>
      <dgm:spPr/>
    </dgm:pt>
  </dgm:ptLst>
  <dgm:cxnLst>
    <dgm:cxn modelId="{2AFEAD00-906F-4522-84EE-6EC254C34289}" type="presOf" srcId="{7C988CBC-A315-4B6D-A089-3FCEA6E220C6}" destId="{0170DEDB-1AF5-4A6F-B1B4-7158B559941E}" srcOrd="0" destOrd="0" presId="urn:microsoft.com/office/officeart/2005/8/layout/cycle2"/>
    <dgm:cxn modelId="{4D272112-B535-4B98-A3D7-CE87F15806D4}" type="presOf" srcId="{F938E236-8A69-45BB-AD47-B276EC7ECCCC}" destId="{A5FC7500-0A13-4114-8C01-F728D668F851}" srcOrd="1" destOrd="0" presId="urn:microsoft.com/office/officeart/2005/8/layout/cycle2"/>
    <dgm:cxn modelId="{29B62119-44D5-4352-9A57-3569D5EF4B55}" srcId="{444D4F08-2E9B-4D47-B07C-8EBF106C98F6}" destId="{B486DC34-BAFE-4D96-8979-AD56994AE1C7}" srcOrd="2" destOrd="0" parTransId="{2DE3E7C2-5334-4ACB-AD9D-71861C736736}" sibTransId="{FE7CEFE6-44D9-49BC-9173-DC0521487385}"/>
    <dgm:cxn modelId="{7C616619-8564-4EA6-8676-C05EF76B910C}" srcId="{444D4F08-2E9B-4D47-B07C-8EBF106C98F6}" destId="{88C1B08E-54A5-45AF-BC1B-08264D13FAD0}" srcOrd="3" destOrd="0" parTransId="{F69DC103-F390-4399-9608-97ED66C1CB84}" sibTransId="{757D6D11-30EA-4395-9D4D-DC883ABA5063}"/>
    <dgm:cxn modelId="{14FD9A2A-7B3E-4D78-A64F-33EF5680CFD7}" type="presOf" srcId="{88C1B08E-54A5-45AF-BC1B-08264D13FAD0}" destId="{4FA00877-B741-4E0C-9035-190B87CB560F}" srcOrd="0" destOrd="0" presId="urn:microsoft.com/office/officeart/2005/8/layout/cycle2"/>
    <dgm:cxn modelId="{9C7A962E-14C2-4743-8091-B1ED3C23FAA5}" type="presOf" srcId="{B486DC34-BAFE-4D96-8979-AD56994AE1C7}" destId="{52C82298-A9C7-4082-B352-AE4DE7D2EEBA}" srcOrd="0" destOrd="0" presId="urn:microsoft.com/office/officeart/2005/8/layout/cycle2"/>
    <dgm:cxn modelId="{D33F3F5E-152B-430D-9B71-3A5FF1A23511}" srcId="{444D4F08-2E9B-4D47-B07C-8EBF106C98F6}" destId="{1FCC2F44-3062-48CE-A375-EB9821FEAA71}" srcOrd="0" destOrd="0" parTransId="{094FA0BE-A82C-44ED-A928-4F6BB6C19071}" sibTransId="{F938E236-8A69-45BB-AD47-B276EC7ECCCC}"/>
    <dgm:cxn modelId="{2BE09242-9D50-4701-B16F-2A32DBD57AAC}" type="presOf" srcId="{F958AD89-0522-4B9E-A437-4AF557D69AED}" destId="{1500512C-0181-471D-BFA9-C92DE3158ED0}" srcOrd="1" destOrd="0" presId="urn:microsoft.com/office/officeart/2005/8/layout/cycle2"/>
    <dgm:cxn modelId="{68872B6A-E336-4A8F-952B-CD0E6B168083}" srcId="{444D4F08-2E9B-4D47-B07C-8EBF106C98F6}" destId="{7C988CBC-A315-4B6D-A089-3FCEA6E220C6}" srcOrd="1" destOrd="0" parTransId="{BF972E12-A8E0-4277-A5AB-1A4CE8243A44}" sibTransId="{F958AD89-0522-4B9E-A437-4AF557D69AED}"/>
    <dgm:cxn modelId="{71D2EF87-6B71-46A1-888C-C9CE0CBF01F3}" type="presOf" srcId="{757D6D11-30EA-4395-9D4D-DC883ABA5063}" destId="{E5A38622-6667-42CE-9D83-BD46A5175559}" srcOrd="0" destOrd="0" presId="urn:microsoft.com/office/officeart/2005/8/layout/cycle2"/>
    <dgm:cxn modelId="{3411019D-83D8-4454-8352-C9240F17C09A}" type="presOf" srcId="{FE7CEFE6-44D9-49BC-9173-DC0521487385}" destId="{C66CDDA6-3D5A-4170-AEEE-AFA281AD4AD2}" srcOrd="1" destOrd="0" presId="urn:microsoft.com/office/officeart/2005/8/layout/cycle2"/>
    <dgm:cxn modelId="{3F480C9F-48AA-494B-97A7-43680B14C71F}" type="presOf" srcId="{FE7CEFE6-44D9-49BC-9173-DC0521487385}" destId="{87DA82A1-90DB-4D02-B173-349B8E3F9C59}" srcOrd="0" destOrd="0" presId="urn:microsoft.com/office/officeart/2005/8/layout/cycle2"/>
    <dgm:cxn modelId="{C1C310A9-AE36-4AE0-9963-9602D7EB393E}" type="presOf" srcId="{F938E236-8A69-45BB-AD47-B276EC7ECCCC}" destId="{FA7E9C74-A68D-45F9-92BB-14EE63CF7AD7}" srcOrd="0" destOrd="0" presId="urn:microsoft.com/office/officeart/2005/8/layout/cycle2"/>
    <dgm:cxn modelId="{9659A4CA-2878-48B9-81A5-5E03CB72A19F}" type="presOf" srcId="{F958AD89-0522-4B9E-A437-4AF557D69AED}" destId="{FFC0586A-8A5D-4688-BBAC-BC6BF4A7A520}" srcOrd="0" destOrd="0" presId="urn:microsoft.com/office/officeart/2005/8/layout/cycle2"/>
    <dgm:cxn modelId="{BFA71DE0-70F7-4F94-8C3A-5297D68F15E8}" type="presOf" srcId="{757D6D11-30EA-4395-9D4D-DC883ABA5063}" destId="{27EE39C9-EC57-4498-8EC3-B480CA4D4A4F}" srcOrd="1" destOrd="0" presId="urn:microsoft.com/office/officeart/2005/8/layout/cycle2"/>
    <dgm:cxn modelId="{B8863DE2-3876-4941-AB10-0C7906C532EC}" type="presOf" srcId="{1FCC2F44-3062-48CE-A375-EB9821FEAA71}" destId="{46ED3B13-6BEC-49B8-A065-D6D333CD81F5}" srcOrd="0" destOrd="0" presId="urn:microsoft.com/office/officeart/2005/8/layout/cycle2"/>
    <dgm:cxn modelId="{46C2D8F8-B06A-4B1E-AC22-E3956A3B8E00}" type="presOf" srcId="{444D4F08-2E9B-4D47-B07C-8EBF106C98F6}" destId="{196D7B88-D7D2-4E58-BA60-A21522583EE8}" srcOrd="0" destOrd="0" presId="urn:microsoft.com/office/officeart/2005/8/layout/cycle2"/>
    <dgm:cxn modelId="{9BAD1EB5-6D2C-4D96-B056-A0DE4DB2AF42}" type="presParOf" srcId="{196D7B88-D7D2-4E58-BA60-A21522583EE8}" destId="{46ED3B13-6BEC-49B8-A065-D6D333CD81F5}" srcOrd="0" destOrd="0" presId="urn:microsoft.com/office/officeart/2005/8/layout/cycle2"/>
    <dgm:cxn modelId="{29F8CAE9-06A0-4420-985C-403652B2271F}" type="presParOf" srcId="{196D7B88-D7D2-4E58-BA60-A21522583EE8}" destId="{FA7E9C74-A68D-45F9-92BB-14EE63CF7AD7}" srcOrd="1" destOrd="0" presId="urn:microsoft.com/office/officeart/2005/8/layout/cycle2"/>
    <dgm:cxn modelId="{BA3F12CF-CF85-427F-88B8-80BBF78CA480}" type="presParOf" srcId="{FA7E9C74-A68D-45F9-92BB-14EE63CF7AD7}" destId="{A5FC7500-0A13-4114-8C01-F728D668F851}" srcOrd="0" destOrd="0" presId="urn:microsoft.com/office/officeart/2005/8/layout/cycle2"/>
    <dgm:cxn modelId="{4660F63E-A89A-482B-83B8-75DB6C99E86F}" type="presParOf" srcId="{196D7B88-D7D2-4E58-BA60-A21522583EE8}" destId="{0170DEDB-1AF5-4A6F-B1B4-7158B559941E}" srcOrd="2" destOrd="0" presId="urn:microsoft.com/office/officeart/2005/8/layout/cycle2"/>
    <dgm:cxn modelId="{06C76992-A5B3-4458-A235-C1E6E49D0B26}" type="presParOf" srcId="{196D7B88-D7D2-4E58-BA60-A21522583EE8}" destId="{FFC0586A-8A5D-4688-BBAC-BC6BF4A7A520}" srcOrd="3" destOrd="0" presId="urn:microsoft.com/office/officeart/2005/8/layout/cycle2"/>
    <dgm:cxn modelId="{394810C2-41A9-453C-A7A7-30D82E3C176F}" type="presParOf" srcId="{FFC0586A-8A5D-4688-BBAC-BC6BF4A7A520}" destId="{1500512C-0181-471D-BFA9-C92DE3158ED0}" srcOrd="0" destOrd="0" presId="urn:microsoft.com/office/officeart/2005/8/layout/cycle2"/>
    <dgm:cxn modelId="{58EBD1F1-5C01-4D1C-AFB6-C4237CACCEB6}" type="presParOf" srcId="{196D7B88-D7D2-4E58-BA60-A21522583EE8}" destId="{52C82298-A9C7-4082-B352-AE4DE7D2EEBA}" srcOrd="4" destOrd="0" presId="urn:microsoft.com/office/officeart/2005/8/layout/cycle2"/>
    <dgm:cxn modelId="{5E5DE4D3-CF41-4622-BFA8-163E1AE1C978}" type="presParOf" srcId="{196D7B88-D7D2-4E58-BA60-A21522583EE8}" destId="{87DA82A1-90DB-4D02-B173-349B8E3F9C59}" srcOrd="5" destOrd="0" presId="urn:microsoft.com/office/officeart/2005/8/layout/cycle2"/>
    <dgm:cxn modelId="{844B8154-BF57-416C-9F00-34DB2E0B39E6}" type="presParOf" srcId="{87DA82A1-90DB-4D02-B173-349B8E3F9C59}" destId="{C66CDDA6-3D5A-4170-AEEE-AFA281AD4AD2}" srcOrd="0" destOrd="0" presId="urn:microsoft.com/office/officeart/2005/8/layout/cycle2"/>
    <dgm:cxn modelId="{8051735E-CD47-4106-A4ED-FE4C43E11A6F}" type="presParOf" srcId="{196D7B88-D7D2-4E58-BA60-A21522583EE8}" destId="{4FA00877-B741-4E0C-9035-190B87CB560F}" srcOrd="6" destOrd="0" presId="urn:microsoft.com/office/officeart/2005/8/layout/cycle2"/>
    <dgm:cxn modelId="{577DB6C5-9825-4A4A-87FF-B32EEDF66BCB}" type="presParOf" srcId="{196D7B88-D7D2-4E58-BA60-A21522583EE8}" destId="{E5A38622-6667-42CE-9D83-BD46A5175559}" srcOrd="7" destOrd="0" presId="urn:microsoft.com/office/officeart/2005/8/layout/cycle2"/>
    <dgm:cxn modelId="{B99E0E5C-E2AE-4D2F-B467-64471EF391A9}" type="presParOf" srcId="{E5A38622-6667-42CE-9D83-BD46A5175559}" destId="{27EE39C9-EC57-4498-8EC3-B480CA4D4A4F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BFDD6EE-8734-45E6-8BE8-C7FB6AB84D6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913552A-F1F0-45C8-B1A4-ADAF07146D19}">
      <dgm:prSet phldrT="[Text]"/>
      <dgm:spPr/>
      <dgm:t>
        <a:bodyPr/>
        <a:lstStyle/>
        <a:p>
          <a:pPr>
            <a:buNone/>
          </a:pPr>
          <a:r>
            <a:rPr lang="en-US" dirty="0"/>
            <a:t>Audio Peak Detection Algorithm</a:t>
          </a:r>
        </a:p>
      </dgm:t>
    </dgm:pt>
    <dgm:pt modelId="{3B56FFE1-AAD1-48E9-9137-4C70F3E338EC}" type="parTrans" cxnId="{F7C10E80-B8B4-4ABE-B965-D70E67436EB2}">
      <dgm:prSet/>
      <dgm:spPr/>
      <dgm:t>
        <a:bodyPr/>
        <a:lstStyle/>
        <a:p>
          <a:endParaRPr lang="en-US"/>
        </a:p>
      </dgm:t>
    </dgm:pt>
    <dgm:pt modelId="{819C7AA9-5281-448B-A964-91DF73E90D0D}" type="sibTrans" cxnId="{F7C10E80-B8B4-4ABE-B965-D70E67436EB2}">
      <dgm:prSet/>
      <dgm:spPr/>
      <dgm:t>
        <a:bodyPr/>
        <a:lstStyle/>
        <a:p>
          <a:endParaRPr lang="en-US"/>
        </a:p>
      </dgm:t>
    </dgm:pt>
    <dgm:pt modelId="{9EF8A8EB-1AC9-4663-BD0F-C4215D295054}">
      <dgm:prSet phldrT="[Text]"/>
      <dgm:spPr/>
      <dgm:t>
        <a:bodyPr/>
        <a:lstStyle/>
        <a:p>
          <a:pPr>
            <a:buNone/>
          </a:pPr>
          <a:r>
            <a:rPr lang="en-US" dirty="0"/>
            <a:t>Data Optimization</a:t>
          </a:r>
        </a:p>
      </dgm:t>
    </dgm:pt>
    <dgm:pt modelId="{014D5883-28DC-4FF0-A5EB-B2B25D602CF5}" type="parTrans" cxnId="{9AF10D11-85B2-4D4D-98F1-5DE707B070A2}">
      <dgm:prSet/>
      <dgm:spPr/>
      <dgm:t>
        <a:bodyPr/>
        <a:lstStyle/>
        <a:p>
          <a:endParaRPr lang="en-US"/>
        </a:p>
      </dgm:t>
    </dgm:pt>
    <dgm:pt modelId="{D5361739-C157-4766-80FE-1801D5C7AEE2}" type="sibTrans" cxnId="{9AF10D11-85B2-4D4D-98F1-5DE707B070A2}">
      <dgm:prSet/>
      <dgm:spPr/>
      <dgm:t>
        <a:bodyPr/>
        <a:lstStyle/>
        <a:p>
          <a:endParaRPr lang="en-US"/>
        </a:p>
      </dgm:t>
    </dgm:pt>
    <dgm:pt modelId="{B57DC410-C664-42F2-9B99-CC7C1AAC309C}">
      <dgm:prSet phldrT="[Text]"/>
      <dgm:spPr/>
      <dgm:t>
        <a:bodyPr/>
        <a:lstStyle/>
        <a:p>
          <a:pPr>
            <a:buNone/>
          </a:pPr>
          <a:r>
            <a:rPr lang="en-US" b="1" dirty="0"/>
            <a:t>IMU:</a:t>
          </a:r>
          <a:r>
            <a:rPr lang="en-US" dirty="0"/>
            <a:t> Converts raw G-force floats to integers </a:t>
          </a:r>
          <a:r>
            <a:rPr lang="en-US" b="1" dirty="0"/>
            <a:t>(x100) </a:t>
          </a:r>
          <a:r>
            <a:rPr lang="en-US" dirty="0"/>
            <a:t>to save Bluetooth bandwidth.</a:t>
          </a:r>
        </a:p>
      </dgm:t>
    </dgm:pt>
    <dgm:pt modelId="{BFF790FA-3E2D-4620-A2DB-1F6F41A623F3}" type="parTrans" cxnId="{EAC62B7D-9379-499A-87B9-3C0B2339D191}">
      <dgm:prSet/>
      <dgm:spPr/>
      <dgm:t>
        <a:bodyPr/>
        <a:lstStyle/>
        <a:p>
          <a:endParaRPr lang="en-US"/>
        </a:p>
      </dgm:t>
    </dgm:pt>
    <dgm:pt modelId="{D89ACB3D-9BD8-42E4-8202-1E7D3D1205C0}" type="sibTrans" cxnId="{EAC62B7D-9379-499A-87B9-3C0B2339D191}">
      <dgm:prSet/>
      <dgm:spPr/>
      <dgm:t>
        <a:bodyPr/>
        <a:lstStyle/>
        <a:p>
          <a:endParaRPr lang="en-US"/>
        </a:p>
      </dgm:t>
    </dgm:pt>
    <dgm:pt modelId="{AC9D691F-1B3B-499C-A1E3-BC865C54943D}">
      <dgm:prSet/>
      <dgm:spPr/>
      <dgm:t>
        <a:bodyPr/>
        <a:lstStyle/>
        <a:p>
          <a:pPr>
            <a:buNone/>
          </a:pPr>
          <a:r>
            <a:rPr lang="en-US" dirty="0"/>
            <a:t>Runs a </a:t>
          </a:r>
          <a:r>
            <a:rPr lang="en-US" b="1" dirty="0"/>
            <a:t>5-millisecond loop (25 reads, 200µs apart) </a:t>
          </a:r>
          <a:r>
            <a:rPr lang="en-US" dirty="0"/>
            <a:t>to capture the absolute peak of the sound wave. Applies a Noise Gate </a:t>
          </a:r>
          <a:r>
            <a:rPr lang="en-US" b="1" dirty="0"/>
            <a:t>(&lt; 10) </a:t>
          </a:r>
          <a:r>
            <a:rPr lang="en-US" dirty="0"/>
            <a:t>to avoid fluctuation.</a:t>
          </a:r>
        </a:p>
      </dgm:t>
    </dgm:pt>
    <dgm:pt modelId="{1A366FF5-EED2-4BAF-8D2E-D97B6E31427E}" type="parTrans" cxnId="{CE7FAC22-1630-47AE-B4C5-140D96742A09}">
      <dgm:prSet/>
      <dgm:spPr/>
      <dgm:t>
        <a:bodyPr/>
        <a:lstStyle/>
        <a:p>
          <a:endParaRPr lang="en-US"/>
        </a:p>
      </dgm:t>
    </dgm:pt>
    <dgm:pt modelId="{1780C8F4-A38C-4E2D-B17E-FB5D96F1051D}" type="sibTrans" cxnId="{CE7FAC22-1630-47AE-B4C5-140D96742A09}">
      <dgm:prSet/>
      <dgm:spPr/>
      <dgm:t>
        <a:bodyPr/>
        <a:lstStyle/>
        <a:p>
          <a:endParaRPr lang="en-US"/>
        </a:p>
      </dgm:t>
    </dgm:pt>
    <dgm:pt modelId="{BD322D52-072F-48A3-A020-59BA3F130229}">
      <dgm:prSet/>
      <dgm:spPr/>
      <dgm:t>
        <a:bodyPr/>
        <a:lstStyle/>
        <a:p>
          <a:pPr>
            <a:buNone/>
          </a:pPr>
          <a:r>
            <a:rPr lang="en-US" b="1" dirty="0"/>
            <a:t>Battery:</a:t>
          </a:r>
          <a:r>
            <a:rPr lang="en-US" dirty="0"/>
            <a:t> Maps raw voltage decay </a:t>
          </a:r>
          <a:r>
            <a:rPr lang="en-US" b="1" dirty="0"/>
            <a:t>(360-430) </a:t>
          </a:r>
          <a:r>
            <a:rPr lang="en-US" dirty="0"/>
            <a:t>to a linear 0-100% scale.</a:t>
          </a:r>
        </a:p>
      </dgm:t>
    </dgm:pt>
    <dgm:pt modelId="{5B726B08-9BE5-4809-A480-694FEF9DD66B}" type="parTrans" cxnId="{64A9F5B6-0563-4DB7-993B-57CBEEC5600B}">
      <dgm:prSet/>
      <dgm:spPr/>
      <dgm:t>
        <a:bodyPr/>
        <a:lstStyle/>
        <a:p>
          <a:endParaRPr lang="en-US"/>
        </a:p>
      </dgm:t>
    </dgm:pt>
    <dgm:pt modelId="{C5A0725B-E8AA-42C7-A7B3-767F32B355EF}" type="sibTrans" cxnId="{64A9F5B6-0563-4DB7-993B-57CBEEC5600B}">
      <dgm:prSet/>
      <dgm:spPr/>
      <dgm:t>
        <a:bodyPr/>
        <a:lstStyle/>
        <a:p>
          <a:endParaRPr lang="en-US"/>
        </a:p>
      </dgm:t>
    </dgm:pt>
    <dgm:pt modelId="{97E82C3D-E588-40CB-A05C-DE0C24689E75}">
      <dgm:prSet/>
      <dgm:spPr/>
      <dgm:t>
        <a:bodyPr/>
        <a:lstStyle/>
        <a:p>
          <a:pPr>
            <a:buNone/>
          </a:pPr>
          <a:r>
            <a:rPr lang="en-US" b="0" dirty="0"/>
            <a:t>BLE Transmission Protocol</a:t>
          </a:r>
        </a:p>
      </dgm:t>
    </dgm:pt>
    <dgm:pt modelId="{14881C6A-2562-48A2-BE70-8200ADF6F1FE}" type="parTrans" cxnId="{3E62EFD1-9B65-4C2E-8630-61BBAFBCB4BD}">
      <dgm:prSet/>
      <dgm:spPr/>
      <dgm:t>
        <a:bodyPr/>
        <a:lstStyle/>
        <a:p>
          <a:endParaRPr lang="en-US"/>
        </a:p>
      </dgm:t>
    </dgm:pt>
    <dgm:pt modelId="{BC5FABE8-91D0-4424-AC5F-A6EC1704FDB5}" type="sibTrans" cxnId="{3E62EFD1-9B65-4C2E-8630-61BBAFBCB4BD}">
      <dgm:prSet/>
      <dgm:spPr/>
      <dgm:t>
        <a:bodyPr/>
        <a:lstStyle/>
        <a:p>
          <a:endParaRPr lang="en-US"/>
        </a:p>
      </dgm:t>
    </dgm:pt>
    <dgm:pt modelId="{B80D65AB-F5D4-43DF-A135-00DE2D855E91}">
      <dgm:prSet/>
      <dgm:spPr/>
      <dgm:t>
        <a:bodyPr/>
        <a:lstStyle/>
        <a:p>
          <a:pPr>
            <a:buNone/>
          </a:pPr>
          <a:r>
            <a:rPr lang="en-US" dirty="0"/>
            <a:t>Packages two microphone integers into a highly efficient </a:t>
          </a:r>
          <a:r>
            <a:rPr lang="en-US" b="1" dirty="0"/>
            <a:t>4-byte array.</a:t>
          </a:r>
        </a:p>
      </dgm:t>
    </dgm:pt>
    <dgm:pt modelId="{9DB43A1D-BE33-4BC4-BBBF-3E2722B0B4AF}" type="parTrans" cxnId="{030353F8-7986-4492-B5C5-77AE8F0C03BB}">
      <dgm:prSet/>
      <dgm:spPr/>
      <dgm:t>
        <a:bodyPr/>
        <a:lstStyle/>
        <a:p>
          <a:endParaRPr lang="en-US"/>
        </a:p>
      </dgm:t>
    </dgm:pt>
    <dgm:pt modelId="{DC0FFC73-FC84-4F15-B492-FB874DC3C4E3}" type="sibTrans" cxnId="{030353F8-7986-4492-B5C5-77AE8F0C03BB}">
      <dgm:prSet/>
      <dgm:spPr/>
      <dgm:t>
        <a:bodyPr/>
        <a:lstStyle/>
        <a:p>
          <a:endParaRPr lang="en-US"/>
        </a:p>
      </dgm:t>
    </dgm:pt>
    <dgm:pt modelId="{EE59AF2C-BCB6-4482-844F-DDB5465B48D4}">
      <dgm:prSet/>
      <dgm:spPr/>
      <dgm:t>
        <a:bodyPr/>
        <a:lstStyle/>
        <a:p>
          <a:pPr>
            <a:buNone/>
          </a:pPr>
          <a:r>
            <a:rPr lang="en-US"/>
            <a:t>Operates at </a:t>
          </a:r>
          <a:r>
            <a:rPr lang="en-US" b="1"/>
            <a:t>50Hz</a:t>
          </a:r>
          <a:r>
            <a:rPr lang="en-US"/>
            <a:t> (15ms delay) to ensure real-time streaming without crashing the Bluetooth buffer.</a:t>
          </a:r>
        </a:p>
      </dgm:t>
    </dgm:pt>
    <dgm:pt modelId="{DDFA2B20-A129-42D5-8642-D7825732DC20}" type="parTrans" cxnId="{2C6C6EE7-C664-4BDC-A28A-98C47C1C5DE2}">
      <dgm:prSet/>
      <dgm:spPr/>
      <dgm:t>
        <a:bodyPr/>
        <a:lstStyle/>
        <a:p>
          <a:endParaRPr lang="en-US"/>
        </a:p>
      </dgm:t>
    </dgm:pt>
    <dgm:pt modelId="{2D49B4DA-39C7-4917-B4BA-3B86370D4FA1}" type="sibTrans" cxnId="{2C6C6EE7-C664-4BDC-A28A-98C47C1C5DE2}">
      <dgm:prSet/>
      <dgm:spPr/>
      <dgm:t>
        <a:bodyPr/>
        <a:lstStyle/>
        <a:p>
          <a:endParaRPr lang="en-US"/>
        </a:p>
      </dgm:t>
    </dgm:pt>
    <dgm:pt modelId="{A1285A95-F2A3-44CF-8939-7322D052CB54}" type="pres">
      <dgm:prSet presAssocID="{3BFDD6EE-8734-45E6-8BE8-C7FB6AB84D67}" presName="linear" presStyleCnt="0">
        <dgm:presLayoutVars>
          <dgm:animLvl val="lvl"/>
          <dgm:resizeHandles val="exact"/>
        </dgm:presLayoutVars>
      </dgm:prSet>
      <dgm:spPr/>
    </dgm:pt>
    <dgm:pt modelId="{F3CAC623-4ED4-46D5-AF4B-0CB8FBB3EF5A}" type="pres">
      <dgm:prSet presAssocID="{2913552A-F1F0-45C8-B1A4-ADAF07146D1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CFA9020-DF88-48AC-AD66-86F776853F2F}" type="pres">
      <dgm:prSet presAssocID="{2913552A-F1F0-45C8-B1A4-ADAF07146D19}" presName="childText" presStyleLbl="revTx" presStyleIdx="0" presStyleCnt="3">
        <dgm:presLayoutVars>
          <dgm:bulletEnabled val="1"/>
        </dgm:presLayoutVars>
      </dgm:prSet>
      <dgm:spPr/>
    </dgm:pt>
    <dgm:pt modelId="{ECADDF18-DEC9-46B4-8CDE-6353DD86A485}" type="pres">
      <dgm:prSet presAssocID="{9EF8A8EB-1AC9-4663-BD0F-C4215D29505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E19F7D2-ADE8-47D7-AF27-1FCB1544D73A}" type="pres">
      <dgm:prSet presAssocID="{9EF8A8EB-1AC9-4663-BD0F-C4215D295054}" presName="childText" presStyleLbl="revTx" presStyleIdx="1" presStyleCnt="3">
        <dgm:presLayoutVars>
          <dgm:bulletEnabled val="1"/>
        </dgm:presLayoutVars>
      </dgm:prSet>
      <dgm:spPr/>
    </dgm:pt>
    <dgm:pt modelId="{9F1D6F18-F6ED-4F0B-A6AD-D17678A68247}" type="pres">
      <dgm:prSet presAssocID="{97E82C3D-E588-40CB-A05C-DE0C24689E7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491C2D6-A88E-4E18-90AD-4CE8272D74BF}" type="pres">
      <dgm:prSet presAssocID="{97E82C3D-E588-40CB-A05C-DE0C24689E75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2C8B970C-BD7D-4232-948F-1E5BED48A8B3}" type="presOf" srcId="{AC9D691F-1B3B-499C-A1E3-BC865C54943D}" destId="{1CFA9020-DF88-48AC-AD66-86F776853F2F}" srcOrd="0" destOrd="0" presId="urn:microsoft.com/office/officeart/2005/8/layout/vList2"/>
    <dgm:cxn modelId="{9AF10D11-85B2-4D4D-98F1-5DE707B070A2}" srcId="{3BFDD6EE-8734-45E6-8BE8-C7FB6AB84D67}" destId="{9EF8A8EB-1AC9-4663-BD0F-C4215D295054}" srcOrd="1" destOrd="0" parTransId="{014D5883-28DC-4FF0-A5EB-B2B25D602CF5}" sibTransId="{D5361739-C157-4766-80FE-1801D5C7AEE2}"/>
    <dgm:cxn modelId="{CE7FAC22-1630-47AE-B4C5-140D96742A09}" srcId="{2913552A-F1F0-45C8-B1A4-ADAF07146D19}" destId="{AC9D691F-1B3B-499C-A1E3-BC865C54943D}" srcOrd="0" destOrd="0" parTransId="{1A366FF5-EED2-4BAF-8D2E-D97B6E31427E}" sibTransId="{1780C8F4-A38C-4E2D-B17E-FB5D96F1051D}"/>
    <dgm:cxn modelId="{6E214E64-1C34-47CD-9810-EAE579BD4A3B}" type="presOf" srcId="{2913552A-F1F0-45C8-B1A4-ADAF07146D19}" destId="{F3CAC623-4ED4-46D5-AF4B-0CB8FBB3EF5A}" srcOrd="0" destOrd="0" presId="urn:microsoft.com/office/officeart/2005/8/layout/vList2"/>
    <dgm:cxn modelId="{68835C49-EAD9-4661-BDBC-72D17AD0A3EE}" type="presOf" srcId="{EE59AF2C-BCB6-4482-844F-DDB5465B48D4}" destId="{8491C2D6-A88E-4E18-90AD-4CE8272D74BF}" srcOrd="0" destOrd="1" presId="urn:microsoft.com/office/officeart/2005/8/layout/vList2"/>
    <dgm:cxn modelId="{DAE22474-3690-41EE-B0CB-0CBC5968AD69}" type="presOf" srcId="{B80D65AB-F5D4-43DF-A135-00DE2D855E91}" destId="{8491C2D6-A88E-4E18-90AD-4CE8272D74BF}" srcOrd="0" destOrd="0" presId="urn:microsoft.com/office/officeart/2005/8/layout/vList2"/>
    <dgm:cxn modelId="{EAC62B7D-9379-499A-87B9-3C0B2339D191}" srcId="{9EF8A8EB-1AC9-4663-BD0F-C4215D295054}" destId="{B57DC410-C664-42F2-9B99-CC7C1AAC309C}" srcOrd="0" destOrd="0" parTransId="{BFF790FA-3E2D-4620-A2DB-1F6F41A623F3}" sibTransId="{D89ACB3D-9BD8-42E4-8202-1E7D3D1205C0}"/>
    <dgm:cxn modelId="{F7C10E80-B8B4-4ABE-B965-D70E67436EB2}" srcId="{3BFDD6EE-8734-45E6-8BE8-C7FB6AB84D67}" destId="{2913552A-F1F0-45C8-B1A4-ADAF07146D19}" srcOrd="0" destOrd="0" parTransId="{3B56FFE1-AAD1-48E9-9137-4C70F3E338EC}" sibTransId="{819C7AA9-5281-448B-A964-91DF73E90D0D}"/>
    <dgm:cxn modelId="{8B7B669C-D27A-453E-B30E-44267802F3D7}" type="presOf" srcId="{B57DC410-C664-42F2-9B99-CC7C1AAC309C}" destId="{7E19F7D2-ADE8-47D7-AF27-1FCB1544D73A}" srcOrd="0" destOrd="0" presId="urn:microsoft.com/office/officeart/2005/8/layout/vList2"/>
    <dgm:cxn modelId="{DC62ACA4-FA6E-4301-ABB7-67B675718110}" type="presOf" srcId="{97E82C3D-E588-40CB-A05C-DE0C24689E75}" destId="{9F1D6F18-F6ED-4F0B-A6AD-D17678A68247}" srcOrd="0" destOrd="0" presId="urn:microsoft.com/office/officeart/2005/8/layout/vList2"/>
    <dgm:cxn modelId="{64A9F5B6-0563-4DB7-993B-57CBEEC5600B}" srcId="{9EF8A8EB-1AC9-4663-BD0F-C4215D295054}" destId="{BD322D52-072F-48A3-A020-59BA3F130229}" srcOrd="1" destOrd="0" parTransId="{5B726B08-9BE5-4809-A480-694FEF9DD66B}" sibTransId="{C5A0725B-E8AA-42C7-A7B3-767F32B355EF}"/>
    <dgm:cxn modelId="{9092E7CE-6594-4960-ACCE-70D69BF1DAF0}" type="presOf" srcId="{9EF8A8EB-1AC9-4663-BD0F-C4215D295054}" destId="{ECADDF18-DEC9-46B4-8CDE-6353DD86A485}" srcOrd="0" destOrd="0" presId="urn:microsoft.com/office/officeart/2005/8/layout/vList2"/>
    <dgm:cxn modelId="{CDF0BCCF-899A-471C-9A1C-A6035B2FAD08}" type="presOf" srcId="{BD322D52-072F-48A3-A020-59BA3F130229}" destId="{7E19F7D2-ADE8-47D7-AF27-1FCB1544D73A}" srcOrd="0" destOrd="1" presId="urn:microsoft.com/office/officeart/2005/8/layout/vList2"/>
    <dgm:cxn modelId="{3E62EFD1-9B65-4C2E-8630-61BBAFBCB4BD}" srcId="{3BFDD6EE-8734-45E6-8BE8-C7FB6AB84D67}" destId="{97E82C3D-E588-40CB-A05C-DE0C24689E75}" srcOrd="2" destOrd="0" parTransId="{14881C6A-2562-48A2-BE70-8200ADF6F1FE}" sibTransId="{BC5FABE8-91D0-4424-AC5F-A6EC1704FDB5}"/>
    <dgm:cxn modelId="{2C6C6EE7-C664-4BDC-A28A-98C47C1C5DE2}" srcId="{97E82C3D-E588-40CB-A05C-DE0C24689E75}" destId="{EE59AF2C-BCB6-4482-844F-DDB5465B48D4}" srcOrd="1" destOrd="0" parTransId="{DDFA2B20-A129-42D5-8642-D7825732DC20}" sibTransId="{2D49B4DA-39C7-4917-B4BA-3B86370D4FA1}"/>
    <dgm:cxn modelId="{030353F8-7986-4492-B5C5-77AE8F0C03BB}" srcId="{97E82C3D-E588-40CB-A05C-DE0C24689E75}" destId="{B80D65AB-F5D4-43DF-A135-00DE2D855E91}" srcOrd="0" destOrd="0" parTransId="{9DB43A1D-BE33-4BC4-BBBF-3E2722B0B4AF}" sibTransId="{DC0FFC73-FC84-4F15-B492-FB874DC3C4E3}"/>
    <dgm:cxn modelId="{849340FF-3DD0-4DE2-AC80-28659E3B9ACE}" type="presOf" srcId="{3BFDD6EE-8734-45E6-8BE8-C7FB6AB84D67}" destId="{A1285A95-F2A3-44CF-8939-7322D052CB54}" srcOrd="0" destOrd="0" presId="urn:microsoft.com/office/officeart/2005/8/layout/vList2"/>
    <dgm:cxn modelId="{E8CE159D-2BDB-4410-8EBB-A9D156F7EA22}" type="presParOf" srcId="{A1285A95-F2A3-44CF-8939-7322D052CB54}" destId="{F3CAC623-4ED4-46D5-AF4B-0CB8FBB3EF5A}" srcOrd="0" destOrd="0" presId="urn:microsoft.com/office/officeart/2005/8/layout/vList2"/>
    <dgm:cxn modelId="{373D764A-DD47-4EA8-85B1-8EAD6445A31C}" type="presParOf" srcId="{A1285A95-F2A3-44CF-8939-7322D052CB54}" destId="{1CFA9020-DF88-48AC-AD66-86F776853F2F}" srcOrd="1" destOrd="0" presId="urn:microsoft.com/office/officeart/2005/8/layout/vList2"/>
    <dgm:cxn modelId="{BDEA028B-8A4D-491C-9EE4-9FB576510CFA}" type="presParOf" srcId="{A1285A95-F2A3-44CF-8939-7322D052CB54}" destId="{ECADDF18-DEC9-46B4-8CDE-6353DD86A485}" srcOrd="2" destOrd="0" presId="urn:microsoft.com/office/officeart/2005/8/layout/vList2"/>
    <dgm:cxn modelId="{6F5BEE8B-D183-4B99-96E1-26C7859F33C9}" type="presParOf" srcId="{A1285A95-F2A3-44CF-8939-7322D052CB54}" destId="{7E19F7D2-ADE8-47D7-AF27-1FCB1544D73A}" srcOrd="3" destOrd="0" presId="urn:microsoft.com/office/officeart/2005/8/layout/vList2"/>
    <dgm:cxn modelId="{3A92A817-1366-4AA9-8417-9B2FE2A55582}" type="presParOf" srcId="{A1285A95-F2A3-44CF-8939-7322D052CB54}" destId="{9F1D6F18-F6ED-4F0B-A6AD-D17678A68247}" srcOrd="4" destOrd="0" presId="urn:microsoft.com/office/officeart/2005/8/layout/vList2"/>
    <dgm:cxn modelId="{150ADCFB-AAC9-4031-800B-22F302D3C81E}" type="presParOf" srcId="{A1285A95-F2A3-44CF-8939-7322D052CB54}" destId="{8491C2D6-A88E-4E18-90AD-4CE8272D74BF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BFDD6EE-8734-45E6-8BE8-C7FB6AB84D6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913552A-F1F0-45C8-B1A4-ADAF07146D19}">
      <dgm:prSet phldrT="[Text]"/>
      <dgm:spPr/>
      <dgm:t>
        <a:bodyPr/>
        <a:lstStyle/>
        <a:p>
          <a:pPr>
            <a:buNone/>
          </a:pPr>
          <a:r>
            <a:rPr lang="en-US" dirty="0"/>
            <a:t>Sensor Combination</a:t>
          </a:r>
        </a:p>
      </dgm:t>
    </dgm:pt>
    <dgm:pt modelId="{3B56FFE1-AAD1-48E9-9137-4C70F3E338EC}" type="parTrans" cxnId="{F7C10E80-B8B4-4ABE-B965-D70E67436EB2}">
      <dgm:prSet/>
      <dgm:spPr/>
      <dgm:t>
        <a:bodyPr/>
        <a:lstStyle/>
        <a:p>
          <a:endParaRPr lang="en-US"/>
        </a:p>
      </dgm:t>
    </dgm:pt>
    <dgm:pt modelId="{819C7AA9-5281-448B-A964-91DF73E90D0D}" type="sibTrans" cxnId="{F7C10E80-B8B4-4ABE-B965-D70E67436EB2}">
      <dgm:prSet/>
      <dgm:spPr/>
      <dgm:t>
        <a:bodyPr/>
        <a:lstStyle/>
        <a:p>
          <a:endParaRPr lang="en-US"/>
        </a:p>
      </dgm:t>
    </dgm:pt>
    <dgm:pt modelId="{C3E5FBBC-D06B-4FE9-A194-A4C6EB709ACD}">
      <dgm:prSet phldrT="[Text]"/>
      <dgm:spPr/>
      <dgm:t>
        <a:bodyPr/>
        <a:lstStyle/>
        <a:p>
          <a:pPr>
            <a:buNone/>
          </a:pPr>
          <a:r>
            <a:rPr lang="en-US" dirty="0"/>
            <a:t>Combines sensors to ignore bag swinging and chain rattling.</a:t>
          </a:r>
        </a:p>
      </dgm:t>
    </dgm:pt>
    <dgm:pt modelId="{7CE1AA87-6140-457B-AA3E-8EFEB759F861}" type="parTrans" cxnId="{15DA55AC-2134-4EE9-A8A7-9D9DFCA6C2FD}">
      <dgm:prSet/>
      <dgm:spPr/>
      <dgm:t>
        <a:bodyPr/>
        <a:lstStyle/>
        <a:p>
          <a:endParaRPr lang="en-US"/>
        </a:p>
      </dgm:t>
    </dgm:pt>
    <dgm:pt modelId="{A9930B51-8489-485D-9C8F-5611058151F8}" type="sibTrans" cxnId="{15DA55AC-2134-4EE9-A8A7-9D9DFCA6C2FD}">
      <dgm:prSet/>
      <dgm:spPr/>
      <dgm:t>
        <a:bodyPr/>
        <a:lstStyle/>
        <a:p>
          <a:endParaRPr lang="en-US"/>
        </a:p>
      </dgm:t>
    </dgm:pt>
    <dgm:pt modelId="{97E82C3D-E588-40CB-A05C-DE0C24689E75}">
      <dgm:prSet/>
      <dgm:spPr/>
      <dgm:t>
        <a:bodyPr/>
        <a:lstStyle/>
        <a:p>
          <a:pPr>
            <a:buNone/>
          </a:pPr>
          <a:r>
            <a:rPr lang="en-US" dirty="0"/>
            <a:t>Soft-Body Physics Engine</a:t>
          </a:r>
        </a:p>
      </dgm:t>
    </dgm:pt>
    <dgm:pt modelId="{14881C6A-2562-48A2-BE70-8200ADF6F1FE}" type="parTrans" cxnId="{3E62EFD1-9B65-4C2E-8630-61BBAFBCB4BD}">
      <dgm:prSet/>
      <dgm:spPr/>
      <dgm:t>
        <a:bodyPr/>
        <a:lstStyle/>
        <a:p>
          <a:endParaRPr lang="en-US"/>
        </a:p>
      </dgm:t>
    </dgm:pt>
    <dgm:pt modelId="{BC5FABE8-91D0-4424-AC5F-A6EC1704FDB5}" type="sibTrans" cxnId="{3E62EFD1-9B65-4C2E-8630-61BBAFBCB4BD}">
      <dgm:prSet/>
      <dgm:spPr/>
      <dgm:t>
        <a:bodyPr/>
        <a:lstStyle/>
        <a:p>
          <a:endParaRPr lang="en-US"/>
        </a:p>
      </dgm:t>
    </dgm:pt>
    <dgm:pt modelId="{B80D65AB-F5D4-43DF-A135-00DE2D855E91}">
      <dgm:prSet/>
      <dgm:spPr/>
      <dgm:t>
        <a:bodyPr/>
        <a:lstStyle/>
        <a:p>
          <a:pPr>
            <a:buNone/>
          </a:pPr>
          <a:r>
            <a:rPr lang="en-US" dirty="0"/>
            <a:t>Calculates theoretical force (Newtons) based on bag mass and moment of inertia.</a:t>
          </a:r>
        </a:p>
      </dgm:t>
    </dgm:pt>
    <dgm:pt modelId="{9DB43A1D-BE33-4BC4-BBBF-3E2722B0B4AF}" type="parTrans" cxnId="{030353F8-7986-4492-B5C5-77AE8F0C03BB}">
      <dgm:prSet/>
      <dgm:spPr/>
      <dgm:t>
        <a:bodyPr/>
        <a:lstStyle/>
        <a:p>
          <a:endParaRPr lang="en-US"/>
        </a:p>
      </dgm:t>
    </dgm:pt>
    <dgm:pt modelId="{DC0FFC73-FC84-4F15-B492-FB874DC3C4E3}" type="sibTrans" cxnId="{030353F8-7986-4492-B5C5-77AE8F0C03BB}">
      <dgm:prSet/>
      <dgm:spPr/>
      <dgm:t>
        <a:bodyPr/>
        <a:lstStyle/>
        <a:p>
          <a:endParaRPr lang="en-US"/>
        </a:p>
      </dgm:t>
    </dgm:pt>
    <dgm:pt modelId="{195FBEEC-5F33-4A4D-B9CD-1823B3B1F23E}">
      <dgm:prSet/>
      <dgm:spPr/>
      <dgm:t>
        <a:bodyPr/>
        <a:lstStyle/>
        <a:p>
          <a:pPr>
            <a:buNone/>
          </a:pPr>
          <a:r>
            <a:rPr lang="en-US" b="1" dirty="0"/>
            <a:t>Logic:</a:t>
          </a:r>
          <a:r>
            <a:rPr lang="en-US" dirty="0"/>
            <a:t> Requires simultaneous IMU spike </a:t>
          </a:r>
          <a:r>
            <a:rPr lang="en-US" b="1" dirty="0"/>
            <a:t>(&gt; 1.57G) AND</a:t>
          </a:r>
          <a:r>
            <a:rPr lang="en-US" dirty="0"/>
            <a:t> Audio spike </a:t>
          </a:r>
          <a:r>
            <a:rPr lang="en-US" b="1" dirty="0"/>
            <a:t>(&gt; 100).</a:t>
          </a:r>
        </a:p>
      </dgm:t>
    </dgm:pt>
    <dgm:pt modelId="{3FC1189B-C1E7-43F9-8320-7E13517F768B}" type="parTrans" cxnId="{C0E61FDF-4587-4E6F-9E4C-DC640AEAE0D9}">
      <dgm:prSet/>
      <dgm:spPr/>
      <dgm:t>
        <a:bodyPr/>
        <a:lstStyle/>
        <a:p>
          <a:endParaRPr lang="en-US"/>
        </a:p>
      </dgm:t>
    </dgm:pt>
    <dgm:pt modelId="{67E00B71-D1A6-4961-AF58-17D54CABCB72}" type="sibTrans" cxnId="{C0E61FDF-4587-4E6F-9E4C-DC640AEAE0D9}">
      <dgm:prSet/>
      <dgm:spPr/>
      <dgm:t>
        <a:bodyPr/>
        <a:lstStyle/>
        <a:p>
          <a:endParaRPr lang="en-US"/>
        </a:p>
      </dgm:t>
    </dgm:pt>
    <dgm:pt modelId="{A5A7EA0F-5B6F-4CC2-BE0B-106C7029A532}">
      <dgm:prSet/>
      <dgm:spPr/>
      <dgm:t>
        <a:bodyPr/>
        <a:lstStyle/>
        <a:p>
          <a:pPr>
            <a:buNone/>
          </a:pPr>
          <a:r>
            <a:rPr lang="en-US" dirty="0"/>
            <a:t>Applies a </a:t>
          </a:r>
          <a:r>
            <a:rPr lang="en-US" b="1" dirty="0"/>
            <a:t>700ms Cooldown</a:t>
          </a:r>
          <a:r>
            <a:rPr lang="en-US" dirty="0"/>
            <a:t> to let post-punch vibrations fade.</a:t>
          </a:r>
        </a:p>
      </dgm:t>
    </dgm:pt>
    <dgm:pt modelId="{C8443C33-85EB-4ED2-8C30-CDB5D19E1A20}" type="parTrans" cxnId="{6565F6DF-DEFA-46E2-A220-8CD69900A6B7}">
      <dgm:prSet/>
      <dgm:spPr/>
      <dgm:t>
        <a:bodyPr/>
        <a:lstStyle/>
        <a:p>
          <a:endParaRPr lang="en-US"/>
        </a:p>
      </dgm:t>
    </dgm:pt>
    <dgm:pt modelId="{4E1E5A36-78E4-4B8E-B2B8-58E5B99FC876}" type="sibTrans" cxnId="{6565F6DF-DEFA-46E2-A220-8CD69900A6B7}">
      <dgm:prSet/>
      <dgm:spPr/>
      <dgm:t>
        <a:bodyPr/>
        <a:lstStyle/>
        <a:p>
          <a:endParaRPr lang="en-US"/>
        </a:p>
      </dgm:t>
    </dgm:pt>
    <dgm:pt modelId="{3610318B-579E-4AEC-8213-611B2D5892B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Applies a </a:t>
          </a:r>
          <a:r>
            <a:rPr lang="en-US" b="1" dirty="0"/>
            <a:t>Calibration Factor (0.35) </a:t>
          </a:r>
          <a:r>
            <a:rPr lang="en-US" dirty="0"/>
            <a:t>to correct for the fist sinking into soft sand, converting raw G-force into realistic human impact values (</a:t>
          </a:r>
          <a:r>
            <a:rPr lang="en-US" b="1" dirty="0"/>
            <a:t>1,000–5,000 N).</a:t>
          </a:r>
        </a:p>
      </dgm:t>
    </dgm:pt>
    <dgm:pt modelId="{7EB2BEC8-5210-44DC-AA84-8C84792A5E80}" type="parTrans" cxnId="{C32D611B-550E-4CF3-9351-943750D4F542}">
      <dgm:prSet/>
      <dgm:spPr/>
      <dgm:t>
        <a:bodyPr/>
        <a:lstStyle/>
        <a:p>
          <a:endParaRPr lang="en-US"/>
        </a:p>
      </dgm:t>
    </dgm:pt>
    <dgm:pt modelId="{966FD45C-02E2-4C45-9360-23CA99FEF33B}" type="sibTrans" cxnId="{C32D611B-550E-4CF3-9351-943750D4F542}">
      <dgm:prSet/>
      <dgm:spPr/>
      <dgm:t>
        <a:bodyPr/>
        <a:lstStyle/>
        <a:p>
          <a:endParaRPr lang="en-US"/>
        </a:p>
      </dgm:t>
    </dgm:pt>
    <dgm:pt modelId="{A1285A95-F2A3-44CF-8939-7322D052CB54}" type="pres">
      <dgm:prSet presAssocID="{3BFDD6EE-8734-45E6-8BE8-C7FB6AB84D67}" presName="linear" presStyleCnt="0">
        <dgm:presLayoutVars>
          <dgm:animLvl val="lvl"/>
          <dgm:resizeHandles val="exact"/>
        </dgm:presLayoutVars>
      </dgm:prSet>
      <dgm:spPr/>
    </dgm:pt>
    <dgm:pt modelId="{F3CAC623-4ED4-46D5-AF4B-0CB8FBB3EF5A}" type="pres">
      <dgm:prSet presAssocID="{2913552A-F1F0-45C8-B1A4-ADAF07146D1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CFA9020-DF88-48AC-AD66-86F776853F2F}" type="pres">
      <dgm:prSet presAssocID="{2913552A-F1F0-45C8-B1A4-ADAF07146D19}" presName="childText" presStyleLbl="revTx" presStyleIdx="0" presStyleCnt="2">
        <dgm:presLayoutVars>
          <dgm:bulletEnabled val="1"/>
        </dgm:presLayoutVars>
      </dgm:prSet>
      <dgm:spPr/>
    </dgm:pt>
    <dgm:pt modelId="{9F1D6F18-F6ED-4F0B-A6AD-D17678A68247}" type="pres">
      <dgm:prSet presAssocID="{97E82C3D-E588-40CB-A05C-DE0C24689E7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491C2D6-A88E-4E18-90AD-4CE8272D74BF}" type="pres">
      <dgm:prSet presAssocID="{97E82C3D-E588-40CB-A05C-DE0C24689E75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32D611B-550E-4CF3-9351-943750D4F542}" srcId="{97E82C3D-E588-40CB-A05C-DE0C24689E75}" destId="{3610318B-579E-4AEC-8213-611B2D5892B6}" srcOrd="1" destOrd="0" parTransId="{7EB2BEC8-5210-44DC-AA84-8C84792A5E80}" sibTransId="{966FD45C-02E2-4C45-9360-23CA99FEF33B}"/>
    <dgm:cxn modelId="{6E214E64-1C34-47CD-9810-EAE579BD4A3B}" type="presOf" srcId="{2913552A-F1F0-45C8-B1A4-ADAF07146D19}" destId="{F3CAC623-4ED4-46D5-AF4B-0CB8FBB3EF5A}" srcOrd="0" destOrd="0" presId="urn:microsoft.com/office/officeart/2005/8/layout/vList2"/>
    <dgm:cxn modelId="{15B10D4C-C06C-4638-8663-D3C199D95CEA}" type="presOf" srcId="{3610318B-579E-4AEC-8213-611B2D5892B6}" destId="{8491C2D6-A88E-4E18-90AD-4CE8272D74BF}" srcOrd="0" destOrd="1" presId="urn:microsoft.com/office/officeart/2005/8/layout/vList2"/>
    <dgm:cxn modelId="{DAE22474-3690-41EE-B0CB-0CBC5968AD69}" type="presOf" srcId="{B80D65AB-F5D4-43DF-A135-00DE2D855E91}" destId="{8491C2D6-A88E-4E18-90AD-4CE8272D74BF}" srcOrd="0" destOrd="0" presId="urn:microsoft.com/office/officeart/2005/8/layout/vList2"/>
    <dgm:cxn modelId="{F7C10E80-B8B4-4ABE-B965-D70E67436EB2}" srcId="{3BFDD6EE-8734-45E6-8BE8-C7FB6AB84D67}" destId="{2913552A-F1F0-45C8-B1A4-ADAF07146D19}" srcOrd="0" destOrd="0" parTransId="{3B56FFE1-AAD1-48E9-9137-4C70F3E338EC}" sibTransId="{819C7AA9-5281-448B-A964-91DF73E90D0D}"/>
    <dgm:cxn modelId="{B1F6779A-8CFC-4B82-BDBD-29419290447E}" type="presOf" srcId="{195FBEEC-5F33-4A4D-B9CD-1823B3B1F23E}" destId="{1CFA9020-DF88-48AC-AD66-86F776853F2F}" srcOrd="0" destOrd="1" presId="urn:microsoft.com/office/officeart/2005/8/layout/vList2"/>
    <dgm:cxn modelId="{DC62ACA4-FA6E-4301-ABB7-67B675718110}" type="presOf" srcId="{97E82C3D-E588-40CB-A05C-DE0C24689E75}" destId="{9F1D6F18-F6ED-4F0B-A6AD-D17678A68247}" srcOrd="0" destOrd="0" presId="urn:microsoft.com/office/officeart/2005/8/layout/vList2"/>
    <dgm:cxn modelId="{15DA55AC-2134-4EE9-A8A7-9D9DFCA6C2FD}" srcId="{2913552A-F1F0-45C8-B1A4-ADAF07146D19}" destId="{C3E5FBBC-D06B-4FE9-A194-A4C6EB709ACD}" srcOrd="0" destOrd="0" parTransId="{7CE1AA87-6140-457B-AA3E-8EFEB759F861}" sibTransId="{A9930B51-8489-485D-9C8F-5611058151F8}"/>
    <dgm:cxn modelId="{504B45B4-A169-49B9-A52D-41840FCA758F}" type="presOf" srcId="{A5A7EA0F-5B6F-4CC2-BE0B-106C7029A532}" destId="{1CFA9020-DF88-48AC-AD66-86F776853F2F}" srcOrd="0" destOrd="2" presId="urn:microsoft.com/office/officeart/2005/8/layout/vList2"/>
    <dgm:cxn modelId="{3E62EFD1-9B65-4C2E-8630-61BBAFBCB4BD}" srcId="{3BFDD6EE-8734-45E6-8BE8-C7FB6AB84D67}" destId="{97E82C3D-E588-40CB-A05C-DE0C24689E75}" srcOrd="1" destOrd="0" parTransId="{14881C6A-2562-48A2-BE70-8200ADF6F1FE}" sibTransId="{BC5FABE8-91D0-4424-AC5F-A6EC1704FDB5}"/>
    <dgm:cxn modelId="{C0E61FDF-4587-4E6F-9E4C-DC640AEAE0D9}" srcId="{2913552A-F1F0-45C8-B1A4-ADAF07146D19}" destId="{195FBEEC-5F33-4A4D-B9CD-1823B3B1F23E}" srcOrd="1" destOrd="0" parTransId="{3FC1189B-C1E7-43F9-8320-7E13517F768B}" sibTransId="{67E00B71-D1A6-4961-AF58-17D54CABCB72}"/>
    <dgm:cxn modelId="{6565F6DF-DEFA-46E2-A220-8CD69900A6B7}" srcId="{2913552A-F1F0-45C8-B1A4-ADAF07146D19}" destId="{A5A7EA0F-5B6F-4CC2-BE0B-106C7029A532}" srcOrd="2" destOrd="0" parTransId="{C8443C33-85EB-4ED2-8C30-CDB5D19E1A20}" sibTransId="{4E1E5A36-78E4-4B8E-B2B8-58E5B99FC876}"/>
    <dgm:cxn modelId="{26FF30EF-6406-413D-BFD1-1DDF88BD1946}" type="presOf" srcId="{C3E5FBBC-D06B-4FE9-A194-A4C6EB709ACD}" destId="{1CFA9020-DF88-48AC-AD66-86F776853F2F}" srcOrd="0" destOrd="0" presId="urn:microsoft.com/office/officeart/2005/8/layout/vList2"/>
    <dgm:cxn modelId="{030353F8-7986-4492-B5C5-77AE8F0C03BB}" srcId="{97E82C3D-E588-40CB-A05C-DE0C24689E75}" destId="{B80D65AB-F5D4-43DF-A135-00DE2D855E91}" srcOrd="0" destOrd="0" parTransId="{9DB43A1D-BE33-4BC4-BBBF-3E2722B0B4AF}" sibTransId="{DC0FFC73-FC84-4F15-B492-FB874DC3C4E3}"/>
    <dgm:cxn modelId="{849340FF-3DD0-4DE2-AC80-28659E3B9ACE}" type="presOf" srcId="{3BFDD6EE-8734-45E6-8BE8-C7FB6AB84D67}" destId="{A1285A95-F2A3-44CF-8939-7322D052CB54}" srcOrd="0" destOrd="0" presId="urn:microsoft.com/office/officeart/2005/8/layout/vList2"/>
    <dgm:cxn modelId="{E8CE159D-2BDB-4410-8EBB-A9D156F7EA22}" type="presParOf" srcId="{A1285A95-F2A3-44CF-8939-7322D052CB54}" destId="{F3CAC623-4ED4-46D5-AF4B-0CB8FBB3EF5A}" srcOrd="0" destOrd="0" presId="urn:microsoft.com/office/officeart/2005/8/layout/vList2"/>
    <dgm:cxn modelId="{373D764A-DD47-4EA8-85B1-8EAD6445A31C}" type="presParOf" srcId="{A1285A95-F2A3-44CF-8939-7322D052CB54}" destId="{1CFA9020-DF88-48AC-AD66-86F776853F2F}" srcOrd="1" destOrd="0" presId="urn:microsoft.com/office/officeart/2005/8/layout/vList2"/>
    <dgm:cxn modelId="{3A92A817-1366-4AA9-8417-9B2FE2A55582}" type="presParOf" srcId="{A1285A95-F2A3-44CF-8939-7322D052CB54}" destId="{9F1D6F18-F6ED-4F0B-A6AD-D17678A68247}" srcOrd="2" destOrd="0" presId="urn:microsoft.com/office/officeart/2005/8/layout/vList2"/>
    <dgm:cxn modelId="{150ADCFB-AAC9-4031-800B-22F302D3C81E}" type="presParOf" srcId="{A1285A95-F2A3-44CF-8939-7322D052CB54}" destId="{8491C2D6-A88E-4E18-90AD-4CE8272D74BF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44A3F72-8713-4D81-8B5A-7D0A15AC160C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6A6830-158D-4111-82B5-24FED1DB90F6}">
      <dgm:prSet phldrT="[Text]"/>
      <dgm:spPr/>
      <dgm:t>
        <a:bodyPr/>
        <a:lstStyle/>
        <a:p>
          <a:pPr>
            <a:buNone/>
          </a:pPr>
          <a:r>
            <a:rPr lang="en-US" dirty="0"/>
            <a:t>Secure Transfer</a:t>
          </a:r>
        </a:p>
      </dgm:t>
    </dgm:pt>
    <dgm:pt modelId="{3BE9D4CD-E9A9-4B59-88B0-7B47342C2C2D}" type="parTrans" cxnId="{968FB017-5A28-4971-9855-89AF0244EA57}">
      <dgm:prSet/>
      <dgm:spPr/>
      <dgm:t>
        <a:bodyPr/>
        <a:lstStyle/>
        <a:p>
          <a:endParaRPr lang="en-US"/>
        </a:p>
      </dgm:t>
    </dgm:pt>
    <dgm:pt modelId="{F8AC1C86-4B52-435F-9DC4-8CE72E0F52F2}" type="sibTrans" cxnId="{968FB017-5A28-4971-9855-89AF0244EA57}">
      <dgm:prSet/>
      <dgm:spPr/>
      <dgm:t>
        <a:bodyPr/>
        <a:lstStyle/>
        <a:p>
          <a:endParaRPr lang="en-US"/>
        </a:p>
      </dgm:t>
    </dgm:pt>
    <dgm:pt modelId="{033F9531-1780-49A1-BCE1-879F54AD6BBD}">
      <dgm:prSet phldrT="[Text]"/>
      <dgm:spPr/>
      <dgm:t>
        <a:bodyPr/>
        <a:lstStyle/>
        <a:p>
          <a:pPr>
            <a:buNone/>
          </a:pPr>
          <a:r>
            <a:rPr lang="en-US" dirty="0"/>
            <a:t>The browser packages the finalized punch math into a JSON payload and sends it via a secure POST request.</a:t>
          </a:r>
        </a:p>
      </dgm:t>
    </dgm:pt>
    <dgm:pt modelId="{34A9F2A9-0C03-4C6B-A39E-92C1A0289DAF}" type="parTrans" cxnId="{A3DEC2D9-C9DF-43C5-92F7-3EB472AE090D}">
      <dgm:prSet/>
      <dgm:spPr/>
      <dgm:t>
        <a:bodyPr/>
        <a:lstStyle/>
        <a:p>
          <a:endParaRPr lang="en-US"/>
        </a:p>
      </dgm:t>
    </dgm:pt>
    <dgm:pt modelId="{EB6EB893-D8F1-4C27-925B-A19EED302203}" type="sibTrans" cxnId="{A3DEC2D9-C9DF-43C5-92F7-3EB472AE090D}">
      <dgm:prSet/>
      <dgm:spPr/>
      <dgm:t>
        <a:bodyPr/>
        <a:lstStyle/>
        <a:p>
          <a:endParaRPr lang="en-US"/>
        </a:p>
      </dgm:t>
    </dgm:pt>
    <dgm:pt modelId="{3B195D1F-3C29-4C78-91AC-C24E745939CC}">
      <dgm:prSet phldrT="[Text]"/>
      <dgm:spPr/>
      <dgm:t>
        <a:bodyPr/>
        <a:lstStyle/>
        <a:p>
          <a:pPr>
            <a:buNone/>
          </a:pPr>
          <a:r>
            <a:rPr lang="en-US" dirty="0"/>
            <a:t>Database &amp; User Tracking</a:t>
          </a:r>
        </a:p>
      </dgm:t>
    </dgm:pt>
    <dgm:pt modelId="{6D91B156-8AD1-40AC-B139-ADBE1C057B1D}" type="parTrans" cxnId="{B1841056-DA99-4B1C-85C4-18D93FC88018}">
      <dgm:prSet/>
      <dgm:spPr/>
      <dgm:t>
        <a:bodyPr/>
        <a:lstStyle/>
        <a:p>
          <a:endParaRPr lang="en-US"/>
        </a:p>
      </dgm:t>
    </dgm:pt>
    <dgm:pt modelId="{9261498C-E6D1-4A58-B998-ACC6D97F58F7}" type="sibTrans" cxnId="{B1841056-DA99-4B1C-85C4-18D93FC88018}">
      <dgm:prSet/>
      <dgm:spPr/>
      <dgm:t>
        <a:bodyPr/>
        <a:lstStyle/>
        <a:p>
          <a:endParaRPr lang="en-US"/>
        </a:p>
      </dgm:t>
    </dgm:pt>
    <dgm:pt modelId="{1A4CAA84-0020-43BF-A05B-648F3AB336A7}">
      <dgm:prSet phldrT="[Text]"/>
      <dgm:spPr/>
      <dgm:t>
        <a:bodyPr/>
        <a:lstStyle/>
        <a:p>
          <a:pPr>
            <a:buNone/>
          </a:pPr>
          <a:r>
            <a:rPr lang="en-US" dirty="0"/>
            <a:t>Django automatically links the incoming data to the actively logged-in User ID.</a:t>
          </a:r>
        </a:p>
      </dgm:t>
    </dgm:pt>
    <dgm:pt modelId="{14413B1A-4676-4887-948A-D65D22E47B3D}" type="parTrans" cxnId="{27C40A3C-64DF-47B5-91D1-1A16B7094814}">
      <dgm:prSet/>
      <dgm:spPr/>
      <dgm:t>
        <a:bodyPr/>
        <a:lstStyle/>
        <a:p>
          <a:endParaRPr lang="en-US"/>
        </a:p>
      </dgm:t>
    </dgm:pt>
    <dgm:pt modelId="{D275CA3F-4CBE-4A21-8380-C292D06F1F6E}" type="sibTrans" cxnId="{27C40A3C-64DF-47B5-91D1-1A16B7094814}">
      <dgm:prSet/>
      <dgm:spPr/>
      <dgm:t>
        <a:bodyPr/>
        <a:lstStyle/>
        <a:p>
          <a:endParaRPr lang="en-US"/>
        </a:p>
      </dgm:t>
    </dgm:pt>
    <dgm:pt modelId="{CFA81AAB-033C-40A5-8F15-C576C1FB0A63}">
      <dgm:prSet phldrT="[Text]"/>
      <dgm:spPr/>
      <dgm:t>
        <a:bodyPr/>
        <a:lstStyle/>
        <a:p>
          <a:pPr>
            <a:buNone/>
          </a:pPr>
          <a:r>
            <a:rPr lang="en-US" dirty="0"/>
            <a:t>History Visualization</a:t>
          </a:r>
        </a:p>
      </dgm:t>
    </dgm:pt>
    <dgm:pt modelId="{81F5C962-F3DE-40B0-B502-47D209F306D0}" type="parTrans" cxnId="{CBC41273-AFEF-47C4-A164-EDCEFF82EB0B}">
      <dgm:prSet/>
      <dgm:spPr/>
      <dgm:t>
        <a:bodyPr/>
        <a:lstStyle/>
        <a:p>
          <a:endParaRPr lang="en-US"/>
        </a:p>
      </dgm:t>
    </dgm:pt>
    <dgm:pt modelId="{4A1B3775-D2BE-4549-B4A8-7A7175DF69BD}" type="sibTrans" cxnId="{CBC41273-AFEF-47C4-A164-EDCEFF82EB0B}">
      <dgm:prSet/>
      <dgm:spPr/>
      <dgm:t>
        <a:bodyPr/>
        <a:lstStyle/>
        <a:p>
          <a:endParaRPr lang="en-US"/>
        </a:p>
      </dgm:t>
    </dgm:pt>
    <dgm:pt modelId="{2CC189AF-C099-4659-95FE-2F54768F33D9}">
      <dgm:prSet phldrT="[Text]"/>
      <dgm:spPr/>
      <dgm:t>
        <a:bodyPr/>
        <a:lstStyle/>
        <a:p>
          <a:pPr>
            <a:buNone/>
          </a:pPr>
          <a:r>
            <a:rPr lang="en-US" dirty="0"/>
            <a:t>The server queries the database to pull a user's historical rows.</a:t>
          </a:r>
        </a:p>
      </dgm:t>
    </dgm:pt>
    <dgm:pt modelId="{CC014FE9-8231-40E3-807C-728EC53BCAEB}" type="parTrans" cxnId="{68E10A21-1AF3-43E1-9EC8-4FF237BC8481}">
      <dgm:prSet/>
      <dgm:spPr/>
      <dgm:t>
        <a:bodyPr/>
        <a:lstStyle/>
        <a:p>
          <a:endParaRPr lang="en-US"/>
        </a:p>
      </dgm:t>
    </dgm:pt>
    <dgm:pt modelId="{7F07A6EF-406B-4A05-B678-8474711207CA}" type="sibTrans" cxnId="{68E10A21-1AF3-43E1-9EC8-4FF237BC8481}">
      <dgm:prSet/>
      <dgm:spPr/>
      <dgm:t>
        <a:bodyPr/>
        <a:lstStyle/>
        <a:p>
          <a:endParaRPr lang="en-US"/>
        </a:p>
      </dgm:t>
    </dgm:pt>
    <dgm:pt modelId="{2774A91C-4318-4B2A-8BA4-52A5003D9EA6}">
      <dgm:prSet/>
      <dgm:spPr/>
      <dgm:t>
        <a:bodyPr/>
        <a:lstStyle/>
        <a:p>
          <a:pPr>
            <a:buNone/>
          </a:pPr>
          <a:r>
            <a:rPr lang="en-US"/>
            <a:t>Permanently saves the Timestamp, Force, and Location to a SQL Database.</a:t>
          </a:r>
        </a:p>
      </dgm:t>
    </dgm:pt>
    <dgm:pt modelId="{DB52E8FA-4035-4802-9239-DAC5BA2D7D14}" type="parTrans" cxnId="{DE842254-9CF6-46E4-8879-1F4DD8C5CE06}">
      <dgm:prSet/>
      <dgm:spPr/>
      <dgm:t>
        <a:bodyPr/>
        <a:lstStyle/>
        <a:p>
          <a:endParaRPr lang="en-US"/>
        </a:p>
      </dgm:t>
    </dgm:pt>
    <dgm:pt modelId="{B5BDE144-2F29-415B-8F43-FD78306DE232}" type="sibTrans" cxnId="{DE842254-9CF6-46E4-8879-1F4DD8C5CE06}">
      <dgm:prSet/>
      <dgm:spPr/>
      <dgm:t>
        <a:bodyPr/>
        <a:lstStyle/>
        <a:p>
          <a:endParaRPr lang="en-US"/>
        </a:p>
      </dgm:t>
    </dgm:pt>
    <dgm:pt modelId="{5620E028-4B23-4FAF-A150-88770DC20222}">
      <dgm:prSet/>
      <dgm:spPr/>
      <dgm:t>
        <a:bodyPr/>
        <a:lstStyle/>
        <a:p>
          <a:pPr>
            <a:buNone/>
          </a:pPr>
          <a:r>
            <a:rPr lang="en-US"/>
            <a:t>Renders progression charts to track athletic improvement over time.</a:t>
          </a:r>
        </a:p>
      </dgm:t>
    </dgm:pt>
    <dgm:pt modelId="{D87C5366-ED37-444C-91C8-95881C628F75}" type="parTrans" cxnId="{DDBB290A-B39A-4978-B758-CA53F2981B51}">
      <dgm:prSet/>
      <dgm:spPr/>
      <dgm:t>
        <a:bodyPr/>
        <a:lstStyle/>
        <a:p>
          <a:endParaRPr lang="en-US"/>
        </a:p>
      </dgm:t>
    </dgm:pt>
    <dgm:pt modelId="{00168C52-A17C-4288-9593-88BF10C65CF9}" type="sibTrans" cxnId="{DDBB290A-B39A-4978-B758-CA53F2981B51}">
      <dgm:prSet/>
      <dgm:spPr/>
      <dgm:t>
        <a:bodyPr/>
        <a:lstStyle/>
        <a:p>
          <a:endParaRPr lang="en-US"/>
        </a:p>
      </dgm:t>
    </dgm:pt>
    <dgm:pt modelId="{9B74249E-C056-493B-B198-5FE8649688B8}">
      <dgm:prSet phldrT="[Text]"/>
      <dgm:spPr/>
      <dgm:t>
        <a:bodyPr/>
        <a:lstStyle/>
        <a:p>
          <a:pPr>
            <a:buNone/>
          </a:pPr>
          <a:endParaRPr lang="en-US" dirty="0"/>
        </a:p>
      </dgm:t>
    </dgm:pt>
    <dgm:pt modelId="{F30A5A9B-3303-42B7-9A68-7281B3C26FBF}" type="parTrans" cxnId="{8C317474-8A4E-452B-BB77-4D4AF638C514}">
      <dgm:prSet/>
      <dgm:spPr/>
      <dgm:t>
        <a:bodyPr/>
        <a:lstStyle/>
        <a:p>
          <a:endParaRPr lang="en-US"/>
        </a:p>
      </dgm:t>
    </dgm:pt>
    <dgm:pt modelId="{08632BC0-7474-4636-BC92-C0D93021CD16}" type="sibTrans" cxnId="{8C317474-8A4E-452B-BB77-4D4AF638C514}">
      <dgm:prSet/>
      <dgm:spPr/>
      <dgm:t>
        <a:bodyPr/>
        <a:lstStyle/>
        <a:p>
          <a:endParaRPr lang="en-US"/>
        </a:p>
      </dgm:t>
    </dgm:pt>
    <dgm:pt modelId="{80046D3D-E7D2-4822-BFAB-F6409A259ACC}">
      <dgm:prSet phldrT="[Text]"/>
      <dgm:spPr/>
      <dgm:t>
        <a:bodyPr/>
        <a:lstStyle/>
        <a:p>
          <a:pPr>
            <a:buNone/>
          </a:pPr>
          <a:endParaRPr lang="en-US" dirty="0"/>
        </a:p>
      </dgm:t>
    </dgm:pt>
    <dgm:pt modelId="{64B9A578-CA13-48C4-9C75-138CE26E1E59}" type="parTrans" cxnId="{DDD1CA9A-47D4-4889-BAF5-493480006528}">
      <dgm:prSet/>
      <dgm:spPr/>
      <dgm:t>
        <a:bodyPr/>
        <a:lstStyle/>
        <a:p>
          <a:endParaRPr lang="en-US"/>
        </a:p>
      </dgm:t>
    </dgm:pt>
    <dgm:pt modelId="{97AA9085-677A-462D-8C10-751DDF2846C0}" type="sibTrans" cxnId="{DDD1CA9A-47D4-4889-BAF5-493480006528}">
      <dgm:prSet/>
      <dgm:spPr/>
      <dgm:t>
        <a:bodyPr/>
        <a:lstStyle/>
        <a:p>
          <a:endParaRPr lang="en-US"/>
        </a:p>
      </dgm:t>
    </dgm:pt>
    <dgm:pt modelId="{65E311A1-E742-448E-81C2-009FA53A254E}" type="pres">
      <dgm:prSet presAssocID="{944A3F72-8713-4D81-8B5A-7D0A15AC160C}" presName="linearFlow" presStyleCnt="0">
        <dgm:presLayoutVars>
          <dgm:dir/>
          <dgm:animLvl val="lvl"/>
          <dgm:resizeHandles val="exact"/>
        </dgm:presLayoutVars>
      </dgm:prSet>
      <dgm:spPr/>
    </dgm:pt>
    <dgm:pt modelId="{C0154EAB-74E6-4DB4-9D20-DEFBB631B117}" type="pres">
      <dgm:prSet presAssocID="{346A6830-158D-4111-82B5-24FED1DB90F6}" presName="composite" presStyleCnt="0"/>
      <dgm:spPr/>
    </dgm:pt>
    <dgm:pt modelId="{BAB0BCAA-0E7F-4ADB-A84C-9C7F8AB76A75}" type="pres">
      <dgm:prSet presAssocID="{346A6830-158D-4111-82B5-24FED1DB90F6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C7396643-079D-4867-A667-95827373C7E5}" type="pres">
      <dgm:prSet presAssocID="{346A6830-158D-4111-82B5-24FED1DB90F6}" presName="parSh" presStyleLbl="node1" presStyleIdx="0" presStyleCnt="3"/>
      <dgm:spPr/>
    </dgm:pt>
    <dgm:pt modelId="{8E282745-2CA8-4798-9E1C-26960368983C}" type="pres">
      <dgm:prSet presAssocID="{346A6830-158D-4111-82B5-24FED1DB90F6}" presName="desTx" presStyleLbl="fgAcc1" presStyleIdx="0" presStyleCnt="3">
        <dgm:presLayoutVars>
          <dgm:bulletEnabled val="1"/>
        </dgm:presLayoutVars>
      </dgm:prSet>
      <dgm:spPr/>
    </dgm:pt>
    <dgm:pt modelId="{193F52D2-5C9D-4C4C-B510-7F4B9D4D4DF9}" type="pres">
      <dgm:prSet presAssocID="{F8AC1C86-4B52-435F-9DC4-8CE72E0F52F2}" presName="sibTrans" presStyleLbl="sibTrans2D1" presStyleIdx="0" presStyleCnt="2"/>
      <dgm:spPr/>
    </dgm:pt>
    <dgm:pt modelId="{1A5BAB34-E6BA-4B95-AF0E-4050FAAEB622}" type="pres">
      <dgm:prSet presAssocID="{F8AC1C86-4B52-435F-9DC4-8CE72E0F52F2}" presName="connTx" presStyleLbl="sibTrans2D1" presStyleIdx="0" presStyleCnt="2"/>
      <dgm:spPr/>
    </dgm:pt>
    <dgm:pt modelId="{C11061AC-BEF4-465D-BDBD-864C4954AB28}" type="pres">
      <dgm:prSet presAssocID="{3B195D1F-3C29-4C78-91AC-C24E745939CC}" presName="composite" presStyleCnt="0"/>
      <dgm:spPr/>
    </dgm:pt>
    <dgm:pt modelId="{91944304-D66C-457B-B306-8F045746A465}" type="pres">
      <dgm:prSet presAssocID="{3B195D1F-3C29-4C78-91AC-C24E745939CC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0508C9C5-1461-47A5-A91A-1642F774D217}" type="pres">
      <dgm:prSet presAssocID="{3B195D1F-3C29-4C78-91AC-C24E745939CC}" presName="parSh" presStyleLbl="node1" presStyleIdx="1" presStyleCnt="3"/>
      <dgm:spPr/>
    </dgm:pt>
    <dgm:pt modelId="{AB3ADF87-0956-44EE-AC8D-98C55CC5B913}" type="pres">
      <dgm:prSet presAssocID="{3B195D1F-3C29-4C78-91AC-C24E745939CC}" presName="desTx" presStyleLbl="fgAcc1" presStyleIdx="1" presStyleCnt="3">
        <dgm:presLayoutVars>
          <dgm:bulletEnabled val="1"/>
        </dgm:presLayoutVars>
      </dgm:prSet>
      <dgm:spPr/>
    </dgm:pt>
    <dgm:pt modelId="{BDE611B0-F0FD-434A-8FA7-B06AE2D01CA0}" type="pres">
      <dgm:prSet presAssocID="{9261498C-E6D1-4A58-B998-ACC6D97F58F7}" presName="sibTrans" presStyleLbl="sibTrans2D1" presStyleIdx="1" presStyleCnt="2"/>
      <dgm:spPr/>
    </dgm:pt>
    <dgm:pt modelId="{195DFEA9-3ABC-4B08-B4AC-7369B4314472}" type="pres">
      <dgm:prSet presAssocID="{9261498C-E6D1-4A58-B998-ACC6D97F58F7}" presName="connTx" presStyleLbl="sibTrans2D1" presStyleIdx="1" presStyleCnt="2"/>
      <dgm:spPr/>
    </dgm:pt>
    <dgm:pt modelId="{6762B156-B9F3-4B5D-B908-B17BD352AFA0}" type="pres">
      <dgm:prSet presAssocID="{CFA81AAB-033C-40A5-8F15-C576C1FB0A63}" presName="composite" presStyleCnt="0"/>
      <dgm:spPr/>
    </dgm:pt>
    <dgm:pt modelId="{84F1D454-EBB1-4D68-A0AB-B4F1FED4CCA7}" type="pres">
      <dgm:prSet presAssocID="{CFA81AAB-033C-40A5-8F15-C576C1FB0A63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0366916-D57B-4ADF-BDA0-49E2E723E3F4}" type="pres">
      <dgm:prSet presAssocID="{CFA81AAB-033C-40A5-8F15-C576C1FB0A63}" presName="parSh" presStyleLbl="node1" presStyleIdx="2" presStyleCnt="3"/>
      <dgm:spPr/>
    </dgm:pt>
    <dgm:pt modelId="{6FCDC57E-923B-4AB8-88B2-30502BA5EE25}" type="pres">
      <dgm:prSet presAssocID="{CFA81AAB-033C-40A5-8F15-C576C1FB0A63}" presName="desTx" presStyleLbl="fgAcc1" presStyleIdx="2" presStyleCnt="3">
        <dgm:presLayoutVars>
          <dgm:bulletEnabled val="1"/>
        </dgm:presLayoutVars>
      </dgm:prSet>
      <dgm:spPr/>
    </dgm:pt>
  </dgm:ptLst>
  <dgm:cxnLst>
    <dgm:cxn modelId="{DDBB290A-B39A-4978-B758-CA53F2981B51}" srcId="{CFA81AAB-033C-40A5-8F15-C576C1FB0A63}" destId="{5620E028-4B23-4FAF-A150-88770DC20222}" srcOrd="2" destOrd="0" parTransId="{D87C5366-ED37-444C-91C8-95881C628F75}" sibTransId="{00168C52-A17C-4288-9593-88BF10C65CF9}"/>
    <dgm:cxn modelId="{5D2ACA13-A185-46A8-ADF0-13D37641581A}" type="presOf" srcId="{346A6830-158D-4111-82B5-24FED1DB90F6}" destId="{BAB0BCAA-0E7F-4ADB-A84C-9C7F8AB76A75}" srcOrd="0" destOrd="0" presId="urn:microsoft.com/office/officeart/2005/8/layout/process3"/>
    <dgm:cxn modelId="{968FB017-5A28-4971-9855-89AF0244EA57}" srcId="{944A3F72-8713-4D81-8B5A-7D0A15AC160C}" destId="{346A6830-158D-4111-82B5-24FED1DB90F6}" srcOrd="0" destOrd="0" parTransId="{3BE9D4CD-E9A9-4B59-88B0-7B47342C2C2D}" sibTransId="{F8AC1C86-4B52-435F-9DC4-8CE72E0F52F2}"/>
    <dgm:cxn modelId="{68E10A21-1AF3-43E1-9EC8-4FF237BC8481}" srcId="{CFA81AAB-033C-40A5-8F15-C576C1FB0A63}" destId="{2CC189AF-C099-4659-95FE-2F54768F33D9}" srcOrd="0" destOrd="0" parTransId="{CC014FE9-8231-40E3-807C-728EC53BCAEB}" sibTransId="{7F07A6EF-406B-4A05-B678-8474711207CA}"/>
    <dgm:cxn modelId="{23424E34-0DB1-4EE9-BCEF-C61159F0E473}" type="presOf" srcId="{F8AC1C86-4B52-435F-9DC4-8CE72E0F52F2}" destId="{1A5BAB34-E6BA-4B95-AF0E-4050FAAEB622}" srcOrd="1" destOrd="0" presId="urn:microsoft.com/office/officeart/2005/8/layout/process3"/>
    <dgm:cxn modelId="{20E2BF34-09B4-4BD3-9EE0-7F59D2BE473A}" type="presOf" srcId="{CFA81AAB-033C-40A5-8F15-C576C1FB0A63}" destId="{B0366916-D57B-4ADF-BDA0-49E2E723E3F4}" srcOrd="1" destOrd="0" presId="urn:microsoft.com/office/officeart/2005/8/layout/process3"/>
    <dgm:cxn modelId="{27C40A3C-64DF-47B5-91D1-1A16B7094814}" srcId="{3B195D1F-3C29-4C78-91AC-C24E745939CC}" destId="{1A4CAA84-0020-43BF-A05B-648F3AB336A7}" srcOrd="0" destOrd="0" parTransId="{14413B1A-4676-4887-948A-D65D22E47B3D}" sibTransId="{D275CA3F-4CBE-4A21-8380-C292D06F1F6E}"/>
    <dgm:cxn modelId="{287BB16D-B546-4900-A939-4D7E0BA761E6}" type="presOf" srcId="{2CC189AF-C099-4659-95FE-2F54768F33D9}" destId="{6FCDC57E-923B-4AB8-88B2-30502BA5EE25}" srcOrd="0" destOrd="0" presId="urn:microsoft.com/office/officeart/2005/8/layout/process3"/>
    <dgm:cxn modelId="{5E72FF52-29C4-41F2-B2EC-F6E161681F50}" type="presOf" srcId="{944A3F72-8713-4D81-8B5A-7D0A15AC160C}" destId="{65E311A1-E742-448E-81C2-009FA53A254E}" srcOrd="0" destOrd="0" presId="urn:microsoft.com/office/officeart/2005/8/layout/process3"/>
    <dgm:cxn modelId="{CBC41273-AFEF-47C4-A164-EDCEFF82EB0B}" srcId="{944A3F72-8713-4D81-8B5A-7D0A15AC160C}" destId="{CFA81AAB-033C-40A5-8F15-C576C1FB0A63}" srcOrd="2" destOrd="0" parTransId="{81F5C962-F3DE-40B0-B502-47D209F306D0}" sibTransId="{4A1B3775-D2BE-4549-B4A8-7A7175DF69BD}"/>
    <dgm:cxn modelId="{DE842254-9CF6-46E4-8879-1F4DD8C5CE06}" srcId="{3B195D1F-3C29-4C78-91AC-C24E745939CC}" destId="{2774A91C-4318-4B2A-8BA4-52A5003D9EA6}" srcOrd="2" destOrd="0" parTransId="{DB52E8FA-4035-4802-9239-DAC5BA2D7D14}" sibTransId="{B5BDE144-2F29-415B-8F43-FD78306DE232}"/>
    <dgm:cxn modelId="{A15B4554-6CF4-4252-99F2-548D1F22AAE2}" type="presOf" srcId="{5620E028-4B23-4FAF-A150-88770DC20222}" destId="{6FCDC57E-923B-4AB8-88B2-30502BA5EE25}" srcOrd="0" destOrd="2" presId="urn:microsoft.com/office/officeart/2005/8/layout/process3"/>
    <dgm:cxn modelId="{8C317474-8A4E-452B-BB77-4D4AF638C514}" srcId="{3B195D1F-3C29-4C78-91AC-C24E745939CC}" destId="{9B74249E-C056-493B-B198-5FE8649688B8}" srcOrd="1" destOrd="0" parTransId="{F30A5A9B-3303-42B7-9A68-7281B3C26FBF}" sibTransId="{08632BC0-7474-4636-BC92-C0D93021CD16}"/>
    <dgm:cxn modelId="{B1841056-DA99-4B1C-85C4-18D93FC88018}" srcId="{944A3F72-8713-4D81-8B5A-7D0A15AC160C}" destId="{3B195D1F-3C29-4C78-91AC-C24E745939CC}" srcOrd="1" destOrd="0" parTransId="{6D91B156-8AD1-40AC-B139-ADBE1C057B1D}" sibTransId="{9261498C-E6D1-4A58-B998-ACC6D97F58F7}"/>
    <dgm:cxn modelId="{2C815176-CF6D-449C-BFBE-7AFE54391BC0}" type="presOf" srcId="{80046D3D-E7D2-4822-BFAB-F6409A259ACC}" destId="{6FCDC57E-923B-4AB8-88B2-30502BA5EE25}" srcOrd="0" destOrd="1" presId="urn:microsoft.com/office/officeart/2005/8/layout/process3"/>
    <dgm:cxn modelId="{EC1B6A88-B1BF-4B73-A9B7-592593E58637}" type="presOf" srcId="{3B195D1F-3C29-4C78-91AC-C24E745939CC}" destId="{0508C9C5-1461-47A5-A91A-1642F774D217}" srcOrd="1" destOrd="0" presId="urn:microsoft.com/office/officeart/2005/8/layout/process3"/>
    <dgm:cxn modelId="{C6C5158C-2D6F-4729-B2D1-96BF1207B29C}" type="presOf" srcId="{9261498C-E6D1-4A58-B998-ACC6D97F58F7}" destId="{BDE611B0-F0FD-434A-8FA7-B06AE2D01CA0}" srcOrd="0" destOrd="0" presId="urn:microsoft.com/office/officeart/2005/8/layout/process3"/>
    <dgm:cxn modelId="{DDD1CA9A-47D4-4889-BAF5-493480006528}" srcId="{CFA81AAB-033C-40A5-8F15-C576C1FB0A63}" destId="{80046D3D-E7D2-4822-BFAB-F6409A259ACC}" srcOrd="1" destOrd="0" parTransId="{64B9A578-CA13-48C4-9C75-138CE26E1E59}" sibTransId="{97AA9085-677A-462D-8C10-751DDF2846C0}"/>
    <dgm:cxn modelId="{C8CD40AB-B680-41BE-8A7F-8693667C5986}" type="presOf" srcId="{9261498C-E6D1-4A58-B998-ACC6D97F58F7}" destId="{195DFEA9-3ABC-4B08-B4AC-7369B4314472}" srcOrd="1" destOrd="0" presId="urn:microsoft.com/office/officeart/2005/8/layout/process3"/>
    <dgm:cxn modelId="{B7D57CAC-699B-42B5-A94C-15C3169603A2}" type="presOf" srcId="{CFA81AAB-033C-40A5-8F15-C576C1FB0A63}" destId="{84F1D454-EBB1-4D68-A0AB-B4F1FED4CCA7}" srcOrd="0" destOrd="0" presId="urn:microsoft.com/office/officeart/2005/8/layout/process3"/>
    <dgm:cxn modelId="{CDA7FBB6-C5BA-4D98-95CE-5A5F8206DC6B}" type="presOf" srcId="{346A6830-158D-4111-82B5-24FED1DB90F6}" destId="{C7396643-079D-4867-A667-95827373C7E5}" srcOrd="1" destOrd="0" presId="urn:microsoft.com/office/officeart/2005/8/layout/process3"/>
    <dgm:cxn modelId="{64B0CDC7-A0DB-4DAB-892E-786E38218CD1}" type="presOf" srcId="{1A4CAA84-0020-43BF-A05B-648F3AB336A7}" destId="{AB3ADF87-0956-44EE-AC8D-98C55CC5B913}" srcOrd="0" destOrd="0" presId="urn:microsoft.com/office/officeart/2005/8/layout/process3"/>
    <dgm:cxn modelId="{A3DEC2D9-C9DF-43C5-92F7-3EB472AE090D}" srcId="{346A6830-158D-4111-82B5-24FED1DB90F6}" destId="{033F9531-1780-49A1-BCE1-879F54AD6BBD}" srcOrd="0" destOrd="0" parTransId="{34A9F2A9-0C03-4C6B-A39E-92C1A0289DAF}" sibTransId="{EB6EB893-D8F1-4C27-925B-A19EED302203}"/>
    <dgm:cxn modelId="{45778EE6-003A-441C-ACF8-26EF80EE2826}" type="presOf" srcId="{3B195D1F-3C29-4C78-91AC-C24E745939CC}" destId="{91944304-D66C-457B-B306-8F045746A465}" srcOrd="0" destOrd="0" presId="urn:microsoft.com/office/officeart/2005/8/layout/process3"/>
    <dgm:cxn modelId="{D9A915EF-385A-43AA-B8CF-AADBF29E7382}" type="presOf" srcId="{F8AC1C86-4B52-435F-9DC4-8CE72E0F52F2}" destId="{193F52D2-5C9D-4C4C-B510-7F4B9D4D4DF9}" srcOrd="0" destOrd="0" presId="urn:microsoft.com/office/officeart/2005/8/layout/process3"/>
    <dgm:cxn modelId="{625021F2-2179-49B4-8A1D-21E3FCA190A4}" type="presOf" srcId="{2774A91C-4318-4B2A-8BA4-52A5003D9EA6}" destId="{AB3ADF87-0956-44EE-AC8D-98C55CC5B913}" srcOrd="0" destOrd="2" presId="urn:microsoft.com/office/officeart/2005/8/layout/process3"/>
    <dgm:cxn modelId="{68F1F4F6-EAE3-46AA-9B44-D649B99185DA}" type="presOf" srcId="{9B74249E-C056-493B-B198-5FE8649688B8}" destId="{AB3ADF87-0956-44EE-AC8D-98C55CC5B913}" srcOrd="0" destOrd="1" presId="urn:microsoft.com/office/officeart/2005/8/layout/process3"/>
    <dgm:cxn modelId="{EBB388FE-2151-4DCA-982C-0577E14C5E08}" type="presOf" srcId="{033F9531-1780-49A1-BCE1-879F54AD6BBD}" destId="{8E282745-2CA8-4798-9E1C-26960368983C}" srcOrd="0" destOrd="0" presId="urn:microsoft.com/office/officeart/2005/8/layout/process3"/>
    <dgm:cxn modelId="{A0237168-5076-46D9-A477-B816D81A8860}" type="presParOf" srcId="{65E311A1-E742-448E-81C2-009FA53A254E}" destId="{C0154EAB-74E6-4DB4-9D20-DEFBB631B117}" srcOrd="0" destOrd="0" presId="urn:microsoft.com/office/officeart/2005/8/layout/process3"/>
    <dgm:cxn modelId="{A0EAF660-E400-4348-8F7D-94B9F4B800F8}" type="presParOf" srcId="{C0154EAB-74E6-4DB4-9D20-DEFBB631B117}" destId="{BAB0BCAA-0E7F-4ADB-A84C-9C7F8AB76A75}" srcOrd="0" destOrd="0" presId="urn:microsoft.com/office/officeart/2005/8/layout/process3"/>
    <dgm:cxn modelId="{9DF20967-F433-4944-9D71-10E392B0956B}" type="presParOf" srcId="{C0154EAB-74E6-4DB4-9D20-DEFBB631B117}" destId="{C7396643-079D-4867-A667-95827373C7E5}" srcOrd="1" destOrd="0" presId="urn:microsoft.com/office/officeart/2005/8/layout/process3"/>
    <dgm:cxn modelId="{43EA9C16-0150-444A-B0BF-801201F3B851}" type="presParOf" srcId="{C0154EAB-74E6-4DB4-9D20-DEFBB631B117}" destId="{8E282745-2CA8-4798-9E1C-26960368983C}" srcOrd="2" destOrd="0" presId="urn:microsoft.com/office/officeart/2005/8/layout/process3"/>
    <dgm:cxn modelId="{21B1CC73-746C-4ED1-8D9C-EEF0F42981A7}" type="presParOf" srcId="{65E311A1-E742-448E-81C2-009FA53A254E}" destId="{193F52D2-5C9D-4C4C-B510-7F4B9D4D4DF9}" srcOrd="1" destOrd="0" presId="urn:microsoft.com/office/officeart/2005/8/layout/process3"/>
    <dgm:cxn modelId="{4E16FB74-7B8D-4233-813B-5C41743A18AF}" type="presParOf" srcId="{193F52D2-5C9D-4C4C-B510-7F4B9D4D4DF9}" destId="{1A5BAB34-E6BA-4B95-AF0E-4050FAAEB622}" srcOrd="0" destOrd="0" presId="urn:microsoft.com/office/officeart/2005/8/layout/process3"/>
    <dgm:cxn modelId="{5086FFE8-EEC7-446C-8731-6401DFA11CDD}" type="presParOf" srcId="{65E311A1-E742-448E-81C2-009FA53A254E}" destId="{C11061AC-BEF4-465D-BDBD-864C4954AB28}" srcOrd="2" destOrd="0" presId="urn:microsoft.com/office/officeart/2005/8/layout/process3"/>
    <dgm:cxn modelId="{77B54649-BF11-48C5-925C-E48BA75E69A2}" type="presParOf" srcId="{C11061AC-BEF4-465D-BDBD-864C4954AB28}" destId="{91944304-D66C-457B-B306-8F045746A465}" srcOrd="0" destOrd="0" presId="urn:microsoft.com/office/officeart/2005/8/layout/process3"/>
    <dgm:cxn modelId="{45437E40-4E78-4B60-A23B-98770FE50917}" type="presParOf" srcId="{C11061AC-BEF4-465D-BDBD-864C4954AB28}" destId="{0508C9C5-1461-47A5-A91A-1642F774D217}" srcOrd="1" destOrd="0" presId="urn:microsoft.com/office/officeart/2005/8/layout/process3"/>
    <dgm:cxn modelId="{CC1BEF75-9D9B-430C-8A36-3FEA9F040BFD}" type="presParOf" srcId="{C11061AC-BEF4-465D-BDBD-864C4954AB28}" destId="{AB3ADF87-0956-44EE-AC8D-98C55CC5B913}" srcOrd="2" destOrd="0" presId="urn:microsoft.com/office/officeart/2005/8/layout/process3"/>
    <dgm:cxn modelId="{6DA98336-EC98-4CC1-A68D-B4FF437BEBE7}" type="presParOf" srcId="{65E311A1-E742-448E-81C2-009FA53A254E}" destId="{BDE611B0-F0FD-434A-8FA7-B06AE2D01CA0}" srcOrd="3" destOrd="0" presId="urn:microsoft.com/office/officeart/2005/8/layout/process3"/>
    <dgm:cxn modelId="{B5F0449D-A544-4AA4-A355-E32D89FEA065}" type="presParOf" srcId="{BDE611B0-F0FD-434A-8FA7-B06AE2D01CA0}" destId="{195DFEA9-3ABC-4B08-B4AC-7369B4314472}" srcOrd="0" destOrd="0" presId="urn:microsoft.com/office/officeart/2005/8/layout/process3"/>
    <dgm:cxn modelId="{0832B0B6-20FF-480D-9475-F561E14DA8A7}" type="presParOf" srcId="{65E311A1-E742-448E-81C2-009FA53A254E}" destId="{6762B156-B9F3-4B5D-B908-B17BD352AFA0}" srcOrd="4" destOrd="0" presId="urn:microsoft.com/office/officeart/2005/8/layout/process3"/>
    <dgm:cxn modelId="{91CA4E6C-D0A0-4A3E-B1AB-5EB2E0E9BF17}" type="presParOf" srcId="{6762B156-B9F3-4B5D-B908-B17BD352AFA0}" destId="{84F1D454-EBB1-4D68-A0AB-B4F1FED4CCA7}" srcOrd="0" destOrd="0" presId="urn:microsoft.com/office/officeart/2005/8/layout/process3"/>
    <dgm:cxn modelId="{F217F022-6F0D-47AD-95E4-61EE942FF6DE}" type="presParOf" srcId="{6762B156-B9F3-4B5D-B908-B17BD352AFA0}" destId="{B0366916-D57B-4ADF-BDA0-49E2E723E3F4}" srcOrd="1" destOrd="0" presId="urn:microsoft.com/office/officeart/2005/8/layout/process3"/>
    <dgm:cxn modelId="{DC03DB8A-A06D-439F-B965-9BE722611837}" type="presParOf" srcId="{6762B156-B9F3-4B5D-B908-B17BD352AFA0}" destId="{6FCDC57E-923B-4AB8-88B2-30502BA5EE25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9D75DC-D596-4653-81F7-1B776E8731D2}">
      <dsp:nvSpPr>
        <dsp:cNvPr id="0" name=""/>
        <dsp:cNvSpPr/>
      </dsp:nvSpPr>
      <dsp:spPr>
        <a:xfrm>
          <a:off x="0" y="558425"/>
          <a:ext cx="8955315" cy="907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ACAB1A-BCBE-4355-A3C7-074704659E09}">
      <dsp:nvSpPr>
        <dsp:cNvPr id="0" name=""/>
        <dsp:cNvSpPr/>
      </dsp:nvSpPr>
      <dsp:spPr>
        <a:xfrm>
          <a:off x="447765" y="27065"/>
          <a:ext cx="6268720" cy="10627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943" tIns="0" rIns="236943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1. Basic setup</a:t>
          </a:r>
        </a:p>
      </dsp:txBody>
      <dsp:txXfrm>
        <a:off x="499643" y="78943"/>
        <a:ext cx="6164964" cy="958964"/>
      </dsp:txXfrm>
    </dsp:sp>
    <dsp:sp modelId="{A6953509-2376-46E2-903C-D556FE3C32CB}">
      <dsp:nvSpPr>
        <dsp:cNvPr id="0" name=""/>
        <dsp:cNvSpPr/>
      </dsp:nvSpPr>
      <dsp:spPr>
        <a:xfrm>
          <a:off x="0" y="2191385"/>
          <a:ext cx="8955315" cy="907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11DA7F-DD6B-4BAA-B34E-37E28A951483}">
      <dsp:nvSpPr>
        <dsp:cNvPr id="0" name=""/>
        <dsp:cNvSpPr/>
      </dsp:nvSpPr>
      <dsp:spPr>
        <a:xfrm>
          <a:off x="447765" y="1660025"/>
          <a:ext cx="6268720" cy="10627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943" tIns="0" rIns="236943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2. From sensors to XIAO microcontroller</a:t>
          </a:r>
        </a:p>
      </dsp:txBody>
      <dsp:txXfrm>
        <a:off x="499643" y="1711903"/>
        <a:ext cx="6164964" cy="958964"/>
      </dsp:txXfrm>
    </dsp:sp>
    <dsp:sp modelId="{338AE3A9-CFC1-46AC-8E7E-28CC388CDE86}">
      <dsp:nvSpPr>
        <dsp:cNvPr id="0" name=""/>
        <dsp:cNvSpPr/>
      </dsp:nvSpPr>
      <dsp:spPr>
        <a:xfrm>
          <a:off x="0" y="3824346"/>
          <a:ext cx="8955315" cy="907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A5AA8C-0589-4CD8-967E-1B5ED6C76B48}">
      <dsp:nvSpPr>
        <dsp:cNvPr id="0" name=""/>
        <dsp:cNvSpPr/>
      </dsp:nvSpPr>
      <dsp:spPr>
        <a:xfrm>
          <a:off x="447765" y="3292986"/>
          <a:ext cx="6268720" cy="10627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943" tIns="0" rIns="236943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3. From XIAO microcontroller to laptop</a:t>
          </a:r>
        </a:p>
      </dsp:txBody>
      <dsp:txXfrm>
        <a:off x="499643" y="3344864"/>
        <a:ext cx="6164964" cy="9589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ED3B13-6BEC-49B8-A065-D6D333CD81F5}">
      <dsp:nvSpPr>
        <dsp:cNvPr id="0" name=""/>
        <dsp:cNvSpPr/>
      </dsp:nvSpPr>
      <dsp:spPr>
        <a:xfrm>
          <a:off x="3453282" y="618"/>
          <a:ext cx="1819311" cy="18193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Real time </a:t>
          </a:r>
          <a:r>
            <a:rPr lang="en-US" sz="1700" b="0" kern="1200" dirty="0"/>
            <a:t>Web display</a:t>
          </a:r>
        </a:p>
      </dsp:txBody>
      <dsp:txXfrm>
        <a:off x="3719714" y="267050"/>
        <a:ext cx="1286447" cy="1286447"/>
      </dsp:txXfrm>
    </dsp:sp>
    <dsp:sp modelId="{FA7E9C74-A68D-45F9-92BB-14EE63CF7AD7}">
      <dsp:nvSpPr>
        <dsp:cNvPr id="0" name=""/>
        <dsp:cNvSpPr/>
      </dsp:nvSpPr>
      <dsp:spPr>
        <a:xfrm rot="2700000">
          <a:off x="5077386" y="1559859"/>
          <a:ext cx="484291" cy="6140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5098663" y="1631295"/>
        <a:ext cx="339004" cy="368411"/>
      </dsp:txXfrm>
    </dsp:sp>
    <dsp:sp modelId="{0170DEDB-1AF5-4A6F-B1B4-7158B559941E}">
      <dsp:nvSpPr>
        <dsp:cNvPr id="0" name=""/>
        <dsp:cNvSpPr/>
      </dsp:nvSpPr>
      <dsp:spPr>
        <a:xfrm>
          <a:off x="5385855" y="1933190"/>
          <a:ext cx="1819311" cy="18193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Users</a:t>
          </a:r>
        </a:p>
      </dsp:txBody>
      <dsp:txXfrm>
        <a:off x="5652287" y="2199622"/>
        <a:ext cx="1286447" cy="1286447"/>
      </dsp:txXfrm>
    </dsp:sp>
    <dsp:sp modelId="{FFC0586A-8A5D-4688-BBAC-BC6BF4A7A520}">
      <dsp:nvSpPr>
        <dsp:cNvPr id="0" name=""/>
        <dsp:cNvSpPr/>
      </dsp:nvSpPr>
      <dsp:spPr>
        <a:xfrm rot="8100000">
          <a:off x="5096770" y="3492431"/>
          <a:ext cx="484291" cy="6140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 rot="10800000">
        <a:off x="5220780" y="3563867"/>
        <a:ext cx="339004" cy="368411"/>
      </dsp:txXfrm>
    </dsp:sp>
    <dsp:sp modelId="{52C82298-A9C7-4082-B352-AE4DE7D2EEBA}">
      <dsp:nvSpPr>
        <dsp:cNvPr id="0" name=""/>
        <dsp:cNvSpPr/>
      </dsp:nvSpPr>
      <dsp:spPr>
        <a:xfrm>
          <a:off x="3453282" y="3865762"/>
          <a:ext cx="1819311" cy="18193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Sensor combination logic (</a:t>
          </a:r>
          <a:r>
            <a:rPr lang="en-US" sz="1700" kern="1200" dirty="0" err="1"/>
            <a:t>IMU+Condenser</a:t>
          </a:r>
          <a:r>
            <a:rPr lang="en-US" sz="1700" kern="1200" dirty="0"/>
            <a:t> mics)</a:t>
          </a:r>
        </a:p>
      </dsp:txBody>
      <dsp:txXfrm>
        <a:off x="3719714" y="4132194"/>
        <a:ext cx="1286447" cy="1286447"/>
      </dsp:txXfrm>
    </dsp:sp>
    <dsp:sp modelId="{87DA82A1-90DB-4D02-B173-349B8E3F9C59}">
      <dsp:nvSpPr>
        <dsp:cNvPr id="0" name=""/>
        <dsp:cNvSpPr/>
      </dsp:nvSpPr>
      <dsp:spPr>
        <a:xfrm rot="13500000">
          <a:off x="3164198" y="3511815"/>
          <a:ext cx="484291" cy="6140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 rot="10800000">
        <a:off x="3288208" y="3685985"/>
        <a:ext cx="339004" cy="368411"/>
      </dsp:txXfrm>
    </dsp:sp>
    <dsp:sp modelId="{4FA00877-B741-4E0C-9035-190B87CB560F}">
      <dsp:nvSpPr>
        <dsp:cNvPr id="0" name=""/>
        <dsp:cNvSpPr/>
      </dsp:nvSpPr>
      <dsp:spPr>
        <a:xfrm>
          <a:off x="1520710" y="1933190"/>
          <a:ext cx="1819311" cy="18193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XIAO Microcontroller</a:t>
          </a:r>
        </a:p>
      </dsp:txBody>
      <dsp:txXfrm>
        <a:off x="1787142" y="2199622"/>
        <a:ext cx="1286447" cy="1286447"/>
      </dsp:txXfrm>
    </dsp:sp>
    <dsp:sp modelId="{E5A38622-6667-42CE-9D83-BD46A5175559}">
      <dsp:nvSpPr>
        <dsp:cNvPr id="0" name=""/>
        <dsp:cNvSpPr/>
      </dsp:nvSpPr>
      <dsp:spPr>
        <a:xfrm rot="18900000">
          <a:off x="3144814" y="1579243"/>
          <a:ext cx="484291" cy="6140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3166091" y="1753413"/>
        <a:ext cx="339004" cy="3684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CAC623-4ED4-46D5-AF4B-0CB8FBB3EF5A}">
      <dsp:nvSpPr>
        <dsp:cNvPr id="0" name=""/>
        <dsp:cNvSpPr/>
      </dsp:nvSpPr>
      <dsp:spPr>
        <a:xfrm>
          <a:off x="0" y="324873"/>
          <a:ext cx="81280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Audio Peak Detection Algorithm</a:t>
          </a:r>
        </a:p>
      </dsp:txBody>
      <dsp:txXfrm>
        <a:off x="31185" y="356058"/>
        <a:ext cx="8065630" cy="576450"/>
      </dsp:txXfrm>
    </dsp:sp>
    <dsp:sp modelId="{1CFA9020-DF88-48AC-AD66-86F776853F2F}">
      <dsp:nvSpPr>
        <dsp:cNvPr id="0" name=""/>
        <dsp:cNvSpPr/>
      </dsp:nvSpPr>
      <dsp:spPr>
        <a:xfrm>
          <a:off x="0" y="963693"/>
          <a:ext cx="8128000" cy="914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000" kern="1200" dirty="0"/>
            <a:t>Runs a </a:t>
          </a:r>
          <a:r>
            <a:rPr lang="en-US" sz="2000" b="1" kern="1200" dirty="0"/>
            <a:t>5-millisecond loop (25 reads, 200µs apart) </a:t>
          </a:r>
          <a:r>
            <a:rPr lang="en-US" sz="2000" kern="1200" dirty="0"/>
            <a:t>to capture the absolute peak of the sound wave. Applies a Noise Gate </a:t>
          </a:r>
          <a:r>
            <a:rPr lang="en-US" sz="2000" b="1" kern="1200" dirty="0"/>
            <a:t>(&lt; 10) </a:t>
          </a:r>
          <a:r>
            <a:rPr lang="en-US" sz="2000" kern="1200" dirty="0"/>
            <a:t>to avoid fluctuation.</a:t>
          </a:r>
        </a:p>
      </dsp:txBody>
      <dsp:txXfrm>
        <a:off x="0" y="963693"/>
        <a:ext cx="8128000" cy="914940"/>
      </dsp:txXfrm>
    </dsp:sp>
    <dsp:sp modelId="{ECADDF18-DEC9-46B4-8CDE-6353DD86A485}">
      <dsp:nvSpPr>
        <dsp:cNvPr id="0" name=""/>
        <dsp:cNvSpPr/>
      </dsp:nvSpPr>
      <dsp:spPr>
        <a:xfrm>
          <a:off x="0" y="1878633"/>
          <a:ext cx="81280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Data Optimization</a:t>
          </a:r>
        </a:p>
      </dsp:txBody>
      <dsp:txXfrm>
        <a:off x="31185" y="1909818"/>
        <a:ext cx="8065630" cy="576450"/>
      </dsp:txXfrm>
    </dsp:sp>
    <dsp:sp modelId="{7E19F7D2-ADE8-47D7-AF27-1FCB1544D73A}">
      <dsp:nvSpPr>
        <dsp:cNvPr id="0" name=""/>
        <dsp:cNvSpPr/>
      </dsp:nvSpPr>
      <dsp:spPr>
        <a:xfrm>
          <a:off x="0" y="2517453"/>
          <a:ext cx="8128000" cy="968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000" b="1" kern="1200" dirty="0"/>
            <a:t>IMU:</a:t>
          </a:r>
          <a:r>
            <a:rPr lang="en-US" sz="2000" kern="1200" dirty="0"/>
            <a:t> Converts raw G-force floats to integers </a:t>
          </a:r>
          <a:r>
            <a:rPr lang="en-US" sz="2000" b="1" kern="1200" dirty="0"/>
            <a:t>(x100) </a:t>
          </a:r>
          <a:r>
            <a:rPr lang="en-US" sz="2000" kern="1200" dirty="0"/>
            <a:t>to save Bluetooth bandwidth.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000" b="1" kern="1200" dirty="0"/>
            <a:t>Battery:</a:t>
          </a:r>
          <a:r>
            <a:rPr lang="en-US" sz="2000" kern="1200" dirty="0"/>
            <a:t> Maps raw voltage decay </a:t>
          </a:r>
          <a:r>
            <a:rPr lang="en-US" sz="2000" b="1" kern="1200" dirty="0"/>
            <a:t>(360-430) </a:t>
          </a:r>
          <a:r>
            <a:rPr lang="en-US" sz="2000" kern="1200" dirty="0"/>
            <a:t>to a linear 0-100% scale.</a:t>
          </a:r>
        </a:p>
      </dsp:txBody>
      <dsp:txXfrm>
        <a:off x="0" y="2517453"/>
        <a:ext cx="8128000" cy="968760"/>
      </dsp:txXfrm>
    </dsp:sp>
    <dsp:sp modelId="{9F1D6F18-F6ED-4F0B-A6AD-D17678A68247}">
      <dsp:nvSpPr>
        <dsp:cNvPr id="0" name=""/>
        <dsp:cNvSpPr/>
      </dsp:nvSpPr>
      <dsp:spPr>
        <a:xfrm>
          <a:off x="0" y="3486213"/>
          <a:ext cx="81280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kern="1200" dirty="0"/>
            <a:t>BLE Transmission Protocol</a:t>
          </a:r>
        </a:p>
      </dsp:txBody>
      <dsp:txXfrm>
        <a:off x="31185" y="3517398"/>
        <a:ext cx="8065630" cy="576450"/>
      </dsp:txXfrm>
    </dsp:sp>
    <dsp:sp modelId="{8491C2D6-A88E-4E18-90AD-4CE8272D74BF}">
      <dsp:nvSpPr>
        <dsp:cNvPr id="0" name=""/>
        <dsp:cNvSpPr/>
      </dsp:nvSpPr>
      <dsp:spPr>
        <a:xfrm>
          <a:off x="0" y="4125033"/>
          <a:ext cx="8128000" cy="968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000" kern="1200" dirty="0"/>
            <a:t>Packages two microphone integers into a highly efficient </a:t>
          </a:r>
          <a:r>
            <a:rPr lang="en-US" sz="2000" b="1" kern="1200" dirty="0"/>
            <a:t>4-byte array.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000" kern="1200"/>
            <a:t>Operates at </a:t>
          </a:r>
          <a:r>
            <a:rPr lang="en-US" sz="2000" b="1" kern="1200"/>
            <a:t>50Hz</a:t>
          </a:r>
          <a:r>
            <a:rPr lang="en-US" sz="2000" kern="1200"/>
            <a:t> (15ms delay) to ensure real-time streaming without crashing the Bluetooth buffer.</a:t>
          </a:r>
        </a:p>
      </dsp:txBody>
      <dsp:txXfrm>
        <a:off x="0" y="4125033"/>
        <a:ext cx="8128000" cy="9687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CAC623-4ED4-46D5-AF4B-0CB8FBB3EF5A}">
      <dsp:nvSpPr>
        <dsp:cNvPr id="0" name=""/>
        <dsp:cNvSpPr/>
      </dsp:nvSpPr>
      <dsp:spPr>
        <a:xfrm>
          <a:off x="0" y="171333"/>
          <a:ext cx="8128000" cy="7370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Sensor Combination</a:t>
          </a:r>
        </a:p>
      </dsp:txBody>
      <dsp:txXfrm>
        <a:off x="35982" y="207315"/>
        <a:ext cx="8056036" cy="665135"/>
      </dsp:txXfrm>
    </dsp:sp>
    <dsp:sp modelId="{1CFA9020-DF88-48AC-AD66-86F776853F2F}">
      <dsp:nvSpPr>
        <dsp:cNvPr id="0" name=""/>
        <dsp:cNvSpPr/>
      </dsp:nvSpPr>
      <dsp:spPr>
        <a:xfrm>
          <a:off x="0" y="908433"/>
          <a:ext cx="8128000" cy="1831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300" kern="1200" dirty="0"/>
            <a:t>Combines sensors to ignore bag swinging and chain rattling.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300" b="1" kern="1200" dirty="0"/>
            <a:t>Logic:</a:t>
          </a:r>
          <a:r>
            <a:rPr lang="en-US" sz="2300" kern="1200" dirty="0"/>
            <a:t> Requires simultaneous IMU spike </a:t>
          </a:r>
          <a:r>
            <a:rPr lang="en-US" sz="2300" b="1" kern="1200" dirty="0"/>
            <a:t>(&gt; 1.57G) AND</a:t>
          </a:r>
          <a:r>
            <a:rPr lang="en-US" sz="2300" kern="1200" dirty="0"/>
            <a:t> Audio spike </a:t>
          </a:r>
          <a:r>
            <a:rPr lang="en-US" sz="2300" b="1" kern="1200" dirty="0"/>
            <a:t>(&gt; 100).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300" kern="1200" dirty="0"/>
            <a:t>Applies a </a:t>
          </a:r>
          <a:r>
            <a:rPr lang="en-US" sz="2300" b="1" kern="1200" dirty="0"/>
            <a:t>700ms Cooldown</a:t>
          </a:r>
          <a:r>
            <a:rPr lang="en-US" sz="2300" kern="1200" dirty="0"/>
            <a:t> to let post-punch vibrations fade.</a:t>
          </a:r>
        </a:p>
      </dsp:txBody>
      <dsp:txXfrm>
        <a:off x="0" y="908433"/>
        <a:ext cx="8128000" cy="1831950"/>
      </dsp:txXfrm>
    </dsp:sp>
    <dsp:sp modelId="{9F1D6F18-F6ED-4F0B-A6AD-D17678A68247}">
      <dsp:nvSpPr>
        <dsp:cNvPr id="0" name=""/>
        <dsp:cNvSpPr/>
      </dsp:nvSpPr>
      <dsp:spPr>
        <a:xfrm>
          <a:off x="0" y="2740383"/>
          <a:ext cx="8128000" cy="7370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Soft-Body Physics Engine</a:t>
          </a:r>
        </a:p>
      </dsp:txBody>
      <dsp:txXfrm>
        <a:off x="35982" y="2776365"/>
        <a:ext cx="8056036" cy="665135"/>
      </dsp:txXfrm>
    </dsp:sp>
    <dsp:sp modelId="{8491C2D6-A88E-4E18-90AD-4CE8272D74BF}">
      <dsp:nvSpPr>
        <dsp:cNvPr id="0" name=""/>
        <dsp:cNvSpPr/>
      </dsp:nvSpPr>
      <dsp:spPr>
        <a:xfrm>
          <a:off x="0" y="3477483"/>
          <a:ext cx="8128000" cy="1769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300" kern="1200" dirty="0"/>
            <a:t>Calculates theoretical force (Newtons) based on bag mass and moment of inertia.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300" kern="1200" dirty="0"/>
            <a:t>Applies a </a:t>
          </a:r>
          <a:r>
            <a:rPr lang="en-US" sz="2300" b="1" kern="1200" dirty="0"/>
            <a:t>Calibration Factor (0.35) </a:t>
          </a:r>
          <a:r>
            <a:rPr lang="en-US" sz="2300" kern="1200" dirty="0"/>
            <a:t>to correct for the fist sinking into soft sand, converting raw G-force into realistic human impact values (</a:t>
          </a:r>
          <a:r>
            <a:rPr lang="en-US" sz="2300" b="1" kern="1200" dirty="0"/>
            <a:t>1,000–5,000 N).</a:t>
          </a:r>
        </a:p>
      </dsp:txBody>
      <dsp:txXfrm>
        <a:off x="0" y="3477483"/>
        <a:ext cx="8128000" cy="176985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396643-079D-4867-A667-95827373C7E5}">
      <dsp:nvSpPr>
        <dsp:cNvPr id="0" name=""/>
        <dsp:cNvSpPr/>
      </dsp:nvSpPr>
      <dsp:spPr>
        <a:xfrm>
          <a:off x="4299" y="480539"/>
          <a:ext cx="1954757" cy="10616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Secure Transfer</a:t>
          </a:r>
        </a:p>
      </dsp:txBody>
      <dsp:txXfrm>
        <a:off x="4299" y="480539"/>
        <a:ext cx="1954757" cy="707792"/>
      </dsp:txXfrm>
    </dsp:sp>
    <dsp:sp modelId="{8E282745-2CA8-4798-9E1C-26960368983C}">
      <dsp:nvSpPr>
        <dsp:cNvPr id="0" name=""/>
        <dsp:cNvSpPr/>
      </dsp:nvSpPr>
      <dsp:spPr>
        <a:xfrm>
          <a:off x="404671" y="1188331"/>
          <a:ext cx="1954757" cy="4234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/>
            <a:t>The browser packages the finalized punch math into a JSON payload and sends it via a secure POST request.</a:t>
          </a:r>
        </a:p>
      </dsp:txBody>
      <dsp:txXfrm>
        <a:off x="461924" y="1245584"/>
        <a:ext cx="1840251" cy="4119769"/>
      </dsp:txXfrm>
    </dsp:sp>
    <dsp:sp modelId="{193F52D2-5C9D-4C4C-B510-7F4B9D4D4DF9}">
      <dsp:nvSpPr>
        <dsp:cNvPr id="0" name=""/>
        <dsp:cNvSpPr/>
      </dsp:nvSpPr>
      <dsp:spPr>
        <a:xfrm>
          <a:off x="2255391" y="591096"/>
          <a:ext cx="628228" cy="4866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255391" y="688432"/>
        <a:ext cx="482225" cy="292006"/>
      </dsp:txXfrm>
    </dsp:sp>
    <dsp:sp modelId="{0508C9C5-1461-47A5-A91A-1642F774D217}">
      <dsp:nvSpPr>
        <dsp:cNvPr id="0" name=""/>
        <dsp:cNvSpPr/>
      </dsp:nvSpPr>
      <dsp:spPr>
        <a:xfrm>
          <a:off x="3144393" y="480539"/>
          <a:ext cx="1954757" cy="10616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Database &amp; User Tracking</a:t>
          </a:r>
        </a:p>
      </dsp:txBody>
      <dsp:txXfrm>
        <a:off x="3144393" y="480539"/>
        <a:ext cx="1954757" cy="707792"/>
      </dsp:txXfrm>
    </dsp:sp>
    <dsp:sp modelId="{AB3ADF87-0956-44EE-AC8D-98C55CC5B913}">
      <dsp:nvSpPr>
        <dsp:cNvPr id="0" name=""/>
        <dsp:cNvSpPr/>
      </dsp:nvSpPr>
      <dsp:spPr>
        <a:xfrm>
          <a:off x="3544766" y="1188331"/>
          <a:ext cx="1954757" cy="4234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/>
            <a:t>Django automatically links the incoming data to the actively logged-in User ID.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/>
            <a:t>Permanently saves the Timestamp, Force, and Location to a SQL Database.</a:t>
          </a:r>
        </a:p>
      </dsp:txBody>
      <dsp:txXfrm>
        <a:off x="3602019" y="1245584"/>
        <a:ext cx="1840251" cy="4119769"/>
      </dsp:txXfrm>
    </dsp:sp>
    <dsp:sp modelId="{BDE611B0-F0FD-434A-8FA7-B06AE2D01CA0}">
      <dsp:nvSpPr>
        <dsp:cNvPr id="0" name=""/>
        <dsp:cNvSpPr/>
      </dsp:nvSpPr>
      <dsp:spPr>
        <a:xfrm>
          <a:off x="5395486" y="591096"/>
          <a:ext cx="628228" cy="4866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395486" y="688432"/>
        <a:ext cx="482225" cy="292006"/>
      </dsp:txXfrm>
    </dsp:sp>
    <dsp:sp modelId="{B0366916-D57B-4ADF-BDA0-49E2E723E3F4}">
      <dsp:nvSpPr>
        <dsp:cNvPr id="0" name=""/>
        <dsp:cNvSpPr/>
      </dsp:nvSpPr>
      <dsp:spPr>
        <a:xfrm>
          <a:off x="6284488" y="480539"/>
          <a:ext cx="1954757" cy="10616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History Visualization</a:t>
          </a:r>
        </a:p>
      </dsp:txBody>
      <dsp:txXfrm>
        <a:off x="6284488" y="480539"/>
        <a:ext cx="1954757" cy="707792"/>
      </dsp:txXfrm>
    </dsp:sp>
    <dsp:sp modelId="{6FCDC57E-923B-4AB8-88B2-30502BA5EE25}">
      <dsp:nvSpPr>
        <dsp:cNvPr id="0" name=""/>
        <dsp:cNvSpPr/>
      </dsp:nvSpPr>
      <dsp:spPr>
        <a:xfrm>
          <a:off x="6684860" y="1188331"/>
          <a:ext cx="1954757" cy="4234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/>
            <a:t>The server queries the database to pull a user's historical rows.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/>
            <a:t>Renders progression charts to track athletic improvement over time.</a:t>
          </a:r>
        </a:p>
      </dsp:txBody>
      <dsp:txXfrm>
        <a:off x="6742113" y="1245584"/>
        <a:ext cx="1840251" cy="41197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36085FD-AA78-DD68-CCF0-5DB3AF4C79C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F63347-3478-0645-AEDD-DD5C34A69D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37124-C006-4894-96E8-E13B86041EF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673ADC-F377-E55D-4347-F6386763B5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FCD399-3790-29D3-75AB-D8597CB491B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C3C42-C7B3-4D2F-AF46-5F9DBE4D5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70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8C5E9-498E-4DA8-81DD-C656D5F96BF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40F9A0-C356-4A32-99AC-096BC1ACF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34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molecular quantum spin network </a:t>
            </a:r>
          </a:p>
          <a:p>
            <a:r>
              <a:rPr lang="en-US" dirty="0"/>
              <a:t>controlled by a single qubit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0F9A0-C356-4A32-99AC-096BC1ACF61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884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vi-VN" dirty="0" err="1"/>
              <a:t>Spin</a:t>
            </a:r>
            <a:r>
              <a:rPr lang="en-US" dirty="0"/>
              <a:t>s </a:t>
            </a:r>
            <a:r>
              <a:rPr lang="vi-VN" dirty="0" err="1"/>
              <a:t>as</a:t>
            </a:r>
            <a:r>
              <a:rPr lang="vi-VN" dirty="0"/>
              <a:t> </a:t>
            </a:r>
            <a:r>
              <a:rPr lang="en-US" dirty="0"/>
              <a:t>quantum bits (Qubits)</a:t>
            </a:r>
          </a:p>
          <a:p>
            <a:pPr lvl="0"/>
            <a:r>
              <a:rPr lang="en-US" dirty="0"/>
              <a:t>Nitrogen-Vacancy (NV) center in diamond</a:t>
            </a:r>
          </a:p>
          <a:p>
            <a:pPr lvl="0"/>
            <a:r>
              <a:rPr lang="vi-VN" dirty="0" err="1"/>
              <a:t>Molecular</a:t>
            </a:r>
            <a:r>
              <a:rPr lang="vi-VN" dirty="0"/>
              <a:t> </a:t>
            </a:r>
            <a:r>
              <a:rPr lang="vi-VN" dirty="0" err="1"/>
              <a:t>Spin</a:t>
            </a:r>
            <a:r>
              <a:rPr lang="vi-VN" dirty="0"/>
              <a:t> </a:t>
            </a:r>
            <a:r>
              <a:rPr lang="vi-VN" dirty="0" err="1"/>
              <a:t>Network</a:t>
            </a:r>
            <a:r>
              <a:rPr lang="vi-VN" dirty="0"/>
              <a:t> </a:t>
            </a:r>
            <a:r>
              <a:rPr lang="vi-VN" dirty="0" err="1"/>
              <a:t>with</a:t>
            </a:r>
            <a:r>
              <a:rPr lang="vi-VN" dirty="0"/>
              <a:t> </a:t>
            </a:r>
            <a:r>
              <a:rPr lang="vi-VN" dirty="0" err="1"/>
              <a:t>Spin</a:t>
            </a:r>
            <a:r>
              <a:rPr lang="en-US" dirty="0"/>
              <a:t> Labels </a:t>
            </a:r>
          </a:p>
          <a:p>
            <a:pPr lvl="0"/>
            <a:r>
              <a:rPr lang="en-US" dirty="0"/>
              <a:t>Measure and control spins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0F9A0-C356-4A32-99AC-096BC1ACF61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075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0F9A0-C356-4A32-99AC-096BC1ACF61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725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0F9A0-C356-4A32-99AC-096BC1ACF61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227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634D3-71CD-E317-8ACE-5DB3E9FFE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5F1AA3-0C54-ABC3-DDB0-1D9AC62815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63E187-9B7E-8133-53C4-CD199E4D7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38549-DC90-8933-79FA-7811E9B19C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0F9A0-C356-4A32-99AC-096BC1ACF61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728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D8ADF-23EA-7F96-3237-AA5C80590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CCCB0E-254A-B9A1-F283-5B84FCC14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75691C-6B3B-D34F-A8AB-5565D8731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91FCE-C318-3081-6706-CA42D266C3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0F9A0-C356-4A32-99AC-096BC1ACF61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6214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1EF31-7D72-209A-C325-E240BCA6A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10D231-63C1-ADEA-A8D8-86EE505B26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E6310D-FF4A-3790-F878-483DBCE52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2FDAD-DF7B-5697-0F24-2487A6F3FB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0F9A0-C356-4A32-99AC-096BC1ACF61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23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C82EE-69CE-9989-9437-4CAA370CE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65FBF6-BE70-EA98-5204-65012C6113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F06FE7-FEEC-BAD7-6F87-0AD22B64C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AF82B-AF39-B967-2B1F-85C16EDB0C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0F9A0-C356-4A32-99AC-096BC1ACF61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5877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88CD3-C751-9A12-C548-1CB81F5DD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ED5DB8-7F0D-382F-1644-3385AADB3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219221-02A0-0705-B836-1C6061CBB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BFAE1-1F8C-A7E8-656B-C4133DC12E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0F9A0-C356-4A32-99AC-096BC1ACF61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8181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C196F-D8E9-3298-B8C3-882EABF1F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C29A76-7940-F3CD-E366-96B9307BB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450880-0C77-2132-8AC4-EC6A0B0C11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47AEA-1C4A-35C2-A324-CAAA39DEA8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0F9A0-C356-4A32-99AC-096BC1ACF61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4078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0F9A0-C356-4A32-99AC-096BC1ACF61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018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BB289-0B12-2FB7-AC5A-B8FE4FD74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8C27EC-5B9F-23A1-753D-AC8938004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4B8097-B825-DA3A-B25F-D4D5BB8FB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43A8E-BCE1-F70B-C53B-E6B660D3B7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0F9A0-C356-4A32-99AC-096BC1ACF61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0642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ECF79-0B4E-67FC-7E69-43A3F8BE6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3AF016-2AE4-BD71-4435-BF1BC6EC88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FC88C7-80D6-03FB-E6A6-187B28B82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010E4-637A-B28A-2D2E-7EFC47A790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0F9A0-C356-4A32-99AC-096BC1ACF61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21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9EA58-6DE8-4DD3-A82D-67C7A70FCB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59" y="1508779"/>
            <a:ext cx="10972679" cy="1097270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93B84C-897C-2DD4-E93D-E4DEC4AA7D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60" y="2834646"/>
            <a:ext cx="10972680" cy="502915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Author, Location, Date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BFB51-0DE6-3A36-FE45-CDFF1148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C5512-4199-40EF-9222-623E56435E00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DF0E2-E733-07C5-16D7-4A914B216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87109-84DC-ADD4-0AB0-1AF2CCE20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C763-ADD9-42C9-9678-C546472D59A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00F9AA-8CF3-0B29-4476-A790B2AC2507}"/>
              </a:ext>
            </a:extLst>
          </p:cNvPr>
          <p:cNvSpPr/>
          <p:nvPr userDrawn="1"/>
        </p:nvSpPr>
        <p:spPr>
          <a:xfrm>
            <a:off x="335341" y="1410215"/>
            <a:ext cx="11521314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C0779E-F847-91C2-285E-D46218F1CB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405" y="5532097"/>
            <a:ext cx="8787401" cy="566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057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BB9CE-5A55-9566-553C-260DF5572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41" y="320074"/>
            <a:ext cx="10606926" cy="64007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Content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83DD0-423F-616E-F549-E0B277676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BED46-BA37-4559-95A2-78CD5278B117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42D2CA-B879-1BE6-4D29-AFD6F4BA7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F10CE-B514-994B-B63A-22E72586E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C763-ADD9-42C9-9678-C546472D59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736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3F2C1-4FBF-C3E7-9F87-291A4AB7C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43" y="320074"/>
            <a:ext cx="10606924" cy="64007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D340E-B8C4-085D-65D3-EAF0FF3DE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228600" indent="-228600">
              <a:defRPr/>
            </a:lvl2pPr>
            <a:lvl3pPr marL="461963" indent="-228600">
              <a:defRPr sz="2000"/>
            </a:lvl3pPr>
            <a:lvl4pPr marL="687388" indent="-228600">
              <a:defRPr sz="2000"/>
            </a:lvl4pPr>
            <a:lvl5pPr marL="914400" indent="-228600"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50596-5335-4D6D-CD7C-FBCAA582E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D2CF-A6C2-4936-A749-F5DA0C7FE741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E5853-E100-7301-E953-BCF68A696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EAAF8-1B8D-15CB-5E8E-E8F266B45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C763-ADD9-42C9-9678-C546472D59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873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BB9CE-5A55-9566-553C-260DF5572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41" y="320073"/>
            <a:ext cx="10606926" cy="6400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05A06-DC21-A0D4-FDA7-CCDFBA7F8F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41" y="1143025"/>
            <a:ext cx="5684459" cy="53035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8C1941-C26D-DDAB-1428-269ABF597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143025"/>
            <a:ext cx="5684457" cy="530351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83DD0-423F-616E-F549-E0B277676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02EE2-5572-421D-BC72-3D425783C0D5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42D2CA-B879-1BE6-4D29-AFD6F4BA7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F10CE-B514-994B-B63A-22E72586E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C763-ADD9-42C9-9678-C546472D59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379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276AE-A1AF-81D7-1E7B-E11A1983A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43" y="320075"/>
            <a:ext cx="10606924" cy="6400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417317-3BC7-CE97-D2DB-55FCE0B7D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B186B-9C5D-4545-87EE-AD0A0B208B3A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5CE3C9-1B6E-F1E5-55E9-7A4E375E9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9C0FFA-5CD0-9D66-97F8-08CE5643D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C763-ADD9-42C9-9678-C546472D59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135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C4200E-1FFC-9B22-C840-9D360C208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92281-CAEA-4618-9754-3A8BC9EDACDF}" type="datetime1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7955D-9B02-230C-318F-1B5C2362B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BB166-08EB-1434-C82E-E146E12D8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C763-ADD9-42C9-9678-C546472D59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91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1342-9898-6463-D6CF-29DD2CC5B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42" y="320074"/>
            <a:ext cx="10606925" cy="640073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3C09D1-B8AE-7552-D788-F98288B6A4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07293" y="1143027"/>
            <a:ext cx="6949365" cy="530346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161EF-A9DA-014B-2A58-8CC442866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5342" y="1143026"/>
            <a:ext cx="4436684" cy="530346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1E1857-8595-5884-18DB-9161E293E5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79247" y="6492873"/>
            <a:ext cx="1188708" cy="228601"/>
          </a:xfrm>
        </p:spPr>
        <p:txBody>
          <a:bodyPr/>
          <a:lstStyle/>
          <a:p>
            <a:fld id="{441FFB22-16E6-43C2-A244-5B17694C190F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7830-12C4-8FAC-CAE7-472BF8F1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CA93EC-5EF1-5515-D677-DD144301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C763-ADD9-42C9-9678-C546472D59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98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D976C-1660-DABF-1AD7-C8B7729E0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43" y="320075"/>
            <a:ext cx="10606924" cy="6400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9491F5-67CE-70A2-4906-8CFC6913E3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A8229-B416-B90E-3F85-C18B891A4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AE678-36CC-4429-A5F8-E477B578474C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F17F3-C357-4A5F-4A4D-683E4927D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6F24C-A0CF-E312-67F8-E61CBA05F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C763-ADD9-42C9-9678-C546472D59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501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BB9CE-5A55-9566-553C-260DF5572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41" y="320074"/>
            <a:ext cx="10606926" cy="64007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Content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83DD0-423F-616E-F549-E0B277676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F7EAE-4AAA-4288-B793-5C0F06BF34D9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42D2CA-B879-1BE6-4D29-AFD6F4BA7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F10CE-B514-994B-B63A-22E72586E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C763-ADD9-42C9-9678-C546472D59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368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BB9CE-5A55-9566-553C-260DF5572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41" y="320074"/>
            <a:ext cx="10606926" cy="64007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Content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83DD0-423F-616E-F549-E0B277676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1F97-766A-4D3F-957D-F860FBEC0752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42D2CA-B879-1BE6-4D29-AFD6F4BA7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F10CE-B514-994B-B63A-22E72586E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C763-ADD9-42C9-9678-C546472D59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259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gi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652214-2EE7-3A44-7E48-73C7EE1D1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43" y="320075"/>
            <a:ext cx="10789802" cy="640072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74A14-5CF0-2D5C-A035-EAAB285DA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41" y="1143025"/>
            <a:ext cx="11521314" cy="5303462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7E67B-C761-191E-483E-05DD0B25C1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79243" y="6486295"/>
            <a:ext cx="1188709" cy="228601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5A265D-A826-46EE-BA0B-5CB64CE2110B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7350A-4BFC-1CD0-D195-B2C56AD8C6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49733" y="6492874"/>
            <a:ext cx="8138073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2F209-C3AA-B282-7F62-51CE4420E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41" y="6492874"/>
            <a:ext cx="822951" cy="228601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56C763-ADD9-42C9-9678-C546472D59A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4796AB-97CC-D713-EF4D-BA071143016B}"/>
              </a:ext>
            </a:extLst>
          </p:cNvPr>
          <p:cNvSpPr/>
          <p:nvPr userDrawn="1"/>
        </p:nvSpPr>
        <p:spPr>
          <a:xfrm>
            <a:off x="322005" y="1006534"/>
            <a:ext cx="11521314" cy="45720"/>
          </a:xfrm>
          <a:prstGeom prst="rect">
            <a:avLst/>
          </a:prstGeom>
          <a:gradFill flip="none" rotWithShape="1">
            <a:gsLst>
              <a:gs pos="100000">
                <a:srgbClr val="002060"/>
              </a:gs>
              <a:gs pos="44000">
                <a:schemeClr val="accent1">
                  <a:lumMod val="45000"/>
                  <a:lumOff val="55000"/>
                </a:schemeClr>
              </a:gs>
              <a:gs pos="0">
                <a:schemeClr val="bg1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leafy circle with text&#10;&#10;Description automatically generated with medium confidence">
            <a:extLst>
              <a:ext uri="{FF2B5EF4-FFF2-40B4-BE49-F238E27FC236}">
                <a16:creationId xmlns:a16="http://schemas.microsoft.com/office/drawing/2014/main" id="{05D9612E-9BD9-80C4-6081-A58256021C27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145" y="130285"/>
            <a:ext cx="626735" cy="844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494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0" r:id="rId3"/>
    <p:sldLayoutId id="2147483659" r:id="rId4"/>
    <p:sldLayoutId id="2147483654" r:id="rId5"/>
    <p:sldLayoutId id="2147483655" r:id="rId6"/>
    <p:sldLayoutId id="2147483657" r:id="rId7"/>
    <p:sldLayoutId id="2147483658" r:id="rId8"/>
    <p:sldLayoutId id="2147483671" r:id="rId9"/>
    <p:sldLayoutId id="2147483662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ptos" panose="020B0004020202020204" pitchFamily="34" charset="0"/>
        <a:buNone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¬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61963" indent="-228600" algn="l" defTabSz="914400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¬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87388" indent="-228600" algn="l" defTabSz="914400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¬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¬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smartpunch:8000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BB1EA-3546-6FE1-A793-6981D937E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22E9AC-202B-F708-06E8-ADF8F9366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C763-ADD9-42C9-9678-C546472D59AA}" type="slidenum">
              <a:rPr lang="en-US" smtClean="0"/>
              <a:t>1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73A17CE-39D7-B24F-48F0-DDEBFAA7F320}"/>
              </a:ext>
            </a:extLst>
          </p:cNvPr>
          <p:cNvSpPr txBox="1">
            <a:spLocks/>
          </p:cNvSpPr>
          <p:nvPr/>
        </p:nvSpPr>
        <p:spPr>
          <a:xfrm>
            <a:off x="767216" y="136525"/>
            <a:ext cx="11246999" cy="1282575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ICAN 2026 Contest</a:t>
            </a:r>
          </a:p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35509C9-60ED-3C68-D0A4-6482394057AE}"/>
              </a:ext>
            </a:extLst>
          </p:cNvPr>
          <p:cNvSpPr txBox="1">
            <a:spLocks/>
          </p:cNvSpPr>
          <p:nvPr/>
        </p:nvSpPr>
        <p:spPr>
          <a:xfrm>
            <a:off x="2059051" y="5387364"/>
            <a:ext cx="8663327" cy="14706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ptos" panose="020B00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004020202020204" pitchFamily="34" charset="0"/>
              <a:buChar char="¬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196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004020202020204" pitchFamily="34" charset="0"/>
              <a:buChar char="¬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004020202020204" pitchFamily="34" charset="0"/>
              <a:buChar char="¬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004020202020204" pitchFamily="34" charset="0"/>
              <a:buChar char="¬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Onoken</a:t>
            </a:r>
            <a: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team members: </a:t>
            </a:r>
          </a:p>
          <a:p>
            <a:pPr algn="ctr"/>
            <a: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Duong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ja-JP" altLang="en-US" sz="2800" b="0" dirty="0"/>
              <a:t>高橋</a:t>
            </a:r>
            <a:r>
              <a:rPr lang="en-US" altLang="ja-JP" sz="2800" b="0" dirty="0"/>
              <a:t>, </a:t>
            </a:r>
            <a:r>
              <a:rPr lang="ja-JP" altLang="en-US" sz="2800" b="0" dirty="0"/>
              <a:t>蟹江</a:t>
            </a:r>
            <a:r>
              <a:rPr lang="en-US" altLang="ja-JP" sz="2800" b="0" dirty="0"/>
              <a:t>, </a:t>
            </a:r>
            <a:r>
              <a:rPr lang="ja-JP" altLang="en-US" sz="2800" b="0" dirty="0"/>
              <a:t>萩原</a:t>
            </a:r>
            <a:r>
              <a:rPr lang="en-US" altLang="ja-JP" sz="2800" b="0" dirty="0"/>
              <a:t>, </a:t>
            </a:r>
            <a:r>
              <a:rPr lang="ja-JP" altLang="en-US" sz="2800" b="0" dirty="0"/>
              <a:t>西原</a:t>
            </a:r>
            <a:endParaRPr lang="vi-VN" altLang="ja-JP" sz="2800" b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3D1891-0ED9-6230-CDAE-2B271242B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031" y="1318161"/>
            <a:ext cx="7147911" cy="3898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16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A26DF-3138-2B19-2662-267210FC1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41" y="392264"/>
            <a:ext cx="10606926" cy="640073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5C96E72-9AB2-EC94-BD64-22DC9435A3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9556703"/>
              </p:ext>
            </p:extLst>
          </p:nvPr>
        </p:nvGraphicFramePr>
        <p:xfrm>
          <a:off x="1681583" y="1474238"/>
          <a:ext cx="8955315" cy="4758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37AC24-AA96-769E-91E9-C8C09AF9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C763-ADD9-42C9-9678-C546472D59AA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982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B5DCF-4E5A-695F-0DDA-117491B94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CBC02-8890-B1E3-45A4-597FEA72B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537" y="269783"/>
            <a:ext cx="10606926" cy="640073"/>
          </a:xfrm>
        </p:spPr>
        <p:txBody>
          <a:bodyPr anchor="t">
            <a:noAutofit/>
          </a:bodyPr>
          <a:lstStyle/>
          <a:p>
            <a:pPr lvl="0"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Basic setup 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B225A20A-D991-C4DA-9305-B065348499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469415"/>
              </p:ext>
            </p:extLst>
          </p:nvPr>
        </p:nvGraphicFramePr>
        <p:xfrm>
          <a:off x="1652954" y="1125415"/>
          <a:ext cx="8725877" cy="56856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F576DE2-3D61-A8E0-36D3-A778CCFC3102}"/>
              </a:ext>
            </a:extLst>
          </p:cNvPr>
          <p:cNvSpPr txBox="1"/>
          <p:nvPr/>
        </p:nvSpPr>
        <p:spPr>
          <a:xfrm>
            <a:off x="7666892" y="1450757"/>
            <a:ext cx="4263860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Calculate and display information about:</a:t>
            </a:r>
          </a:p>
          <a:p>
            <a:pPr marL="285750" indent="-285750">
              <a:buFontTx/>
              <a:buChar char="-"/>
            </a:pPr>
            <a:r>
              <a:rPr lang="en-US" dirty="0"/>
              <a:t>Number of punches</a:t>
            </a:r>
          </a:p>
          <a:p>
            <a:pPr marL="285750" indent="-285750">
              <a:buFontTx/>
              <a:buChar char="-"/>
            </a:pPr>
            <a:r>
              <a:rPr lang="en-US" dirty="0"/>
              <a:t>Magnitude of punches</a:t>
            </a:r>
          </a:p>
          <a:p>
            <a:pPr marL="285750" indent="-285750">
              <a:buFontTx/>
              <a:buChar char="-"/>
            </a:pPr>
            <a:r>
              <a:rPr lang="en-US" dirty="0"/>
              <a:t>Maximum and Average punches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14E682-113A-28BD-118A-602DE8AA01E9}"/>
              </a:ext>
            </a:extLst>
          </p:cNvPr>
          <p:cNvSpPr txBox="1"/>
          <p:nvPr/>
        </p:nvSpPr>
        <p:spPr>
          <a:xfrm>
            <a:off x="7666892" y="5230933"/>
            <a:ext cx="187371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Punches or Kicks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1A6AD4-97D1-93AE-0AC4-2E26F99E3BD3}"/>
              </a:ext>
            </a:extLst>
          </p:cNvPr>
          <p:cNvSpPr txBox="1"/>
          <p:nvPr/>
        </p:nvSpPr>
        <p:spPr>
          <a:xfrm>
            <a:off x="190500" y="4076771"/>
            <a:ext cx="2833123" cy="23083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Calculate impact force by: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Angular acceleration </a:t>
            </a:r>
            <a:r>
              <a:rPr lang="en-US" dirty="0"/>
              <a:t>of the sandbag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Impact location </a:t>
            </a:r>
            <a:r>
              <a:rPr lang="en-US" dirty="0"/>
              <a:t>-&gt; Determined by the peaks of the noise traveling within the sandbag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F8B1ED-FA78-34A5-6157-A309F0483215}"/>
              </a:ext>
            </a:extLst>
          </p:cNvPr>
          <p:cNvSpPr txBox="1"/>
          <p:nvPr/>
        </p:nvSpPr>
        <p:spPr>
          <a:xfrm>
            <a:off x="364932" y="1450757"/>
            <a:ext cx="2658691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Send data through Bluetooth Low Energy (BLE)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BE432E-DD14-B767-7316-F411BEEC0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C763-ADD9-42C9-9678-C546472D59A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859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420F2-986A-AF4C-5AC4-485AA2772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0CD41-A270-CA11-3058-82ACC71B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537" y="269783"/>
            <a:ext cx="10606926" cy="640073"/>
          </a:xfrm>
        </p:spPr>
        <p:txBody>
          <a:bodyPr anchor="t">
            <a:noAutofit/>
          </a:bodyPr>
          <a:lstStyle/>
          <a:p>
            <a:pPr lvl="0"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systems are available on GitHub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CFD73B-51E0-175E-56A6-B7C316BA0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3168" y="1262134"/>
            <a:ext cx="8345664" cy="532608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F9906D-BE73-094D-B4EE-0682F1107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C763-ADD9-42C9-9678-C546472D59A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70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367F2-A76E-F3CF-E31D-F24397DAB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B5442-11EA-1736-A97C-B1DD3DD64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521" y="250795"/>
            <a:ext cx="10606926" cy="640073"/>
          </a:xfrm>
        </p:spPr>
        <p:txBody>
          <a:bodyPr anchor="t">
            <a:noAutofit/>
          </a:bodyPr>
          <a:lstStyle/>
          <a:p>
            <a:pPr lvl="0" algn="ctr"/>
            <a:r>
              <a:rPr lang="vi-V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Basic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vi-V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XIAO </a:t>
            </a:r>
            <a:r>
              <a:rPr lang="vi-V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vi-V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76D9C-D07E-2EF8-69EE-795B6C154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5341" y="6492874"/>
            <a:ext cx="822951" cy="228601"/>
          </a:xfrm>
        </p:spPr>
        <p:txBody>
          <a:bodyPr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F156C763-ADD9-42C9-9678-C546472D59AA}" type="slidenum">
              <a:rPr kumimoji="0" lang="en-US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3" name="Flowchart: Predefined Process 2">
            <a:extLst>
              <a:ext uri="{FF2B5EF4-FFF2-40B4-BE49-F238E27FC236}">
                <a16:creationId xmlns:a16="http://schemas.microsoft.com/office/drawing/2014/main" id="{88E7137D-DDFF-6FE5-1F35-3E47A76CFAF3}"/>
              </a:ext>
            </a:extLst>
          </p:cNvPr>
          <p:cNvSpPr/>
          <p:nvPr/>
        </p:nvSpPr>
        <p:spPr>
          <a:xfrm>
            <a:off x="4523015" y="2739190"/>
            <a:ext cx="2481943" cy="3622015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96832EC0-F7D0-E0EB-9C15-2386F297C074}"/>
              </a:ext>
            </a:extLst>
          </p:cNvPr>
          <p:cNvSpPr/>
          <p:nvPr/>
        </p:nvSpPr>
        <p:spPr>
          <a:xfrm>
            <a:off x="2749135" y="1484415"/>
            <a:ext cx="5866411" cy="5373585"/>
          </a:xfrm>
          <a:prstGeom prst="flowChartProcess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E3943F7A-86E2-A8B5-7AE7-4123668B11C0}"/>
              </a:ext>
            </a:extLst>
          </p:cNvPr>
          <p:cNvSpPr/>
          <p:nvPr/>
        </p:nvSpPr>
        <p:spPr>
          <a:xfrm>
            <a:off x="5303817" y="3481602"/>
            <a:ext cx="920338" cy="712519"/>
          </a:xfrm>
          <a:prstGeom prst="flowChartProcess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err="1"/>
              <a:t>Top</a:t>
            </a:r>
            <a:r>
              <a:rPr lang="vi-VN" dirty="0"/>
              <a:t> </a:t>
            </a:r>
            <a:r>
              <a:rPr lang="vi-VN" dirty="0" err="1"/>
              <a:t>mic</a:t>
            </a:r>
            <a:endParaRPr lang="en-US" dirty="0"/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D057891D-4AB4-526E-BD8E-828951AB579F}"/>
              </a:ext>
            </a:extLst>
          </p:cNvPr>
          <p:cNvSpPr/>
          <p:nvPr/>
        </p:nvSpPr>
        <p:spPr>
          <a:xfrm>
            <a:off x="5303817" y="4849320"/>
            <a:ext cx="920338" cy="712519"/>
          </a:xfrm>
          <a:prstGeom prst="flowChartProcess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err="1"/>
              <a:t>Bottom</a:t>
            </a:r>
            <a:r>
              <a:rPr lang="vi-VN" dirty="0"/>
              <a:t> </a:t>
            </a:r>
            <a:r>
              <a:rPr lang="vi-VN" dirty="0" err="1"/>
              <a:t>mic</a:t>
            </a:r>
            <a:endParaRPr lang="en-US" dirty="0"/>
          </a:p>
        </p:txBody>
      </p:sp>
      <p:sp>
        <p:nvSpPr>
          <p:cNvPr id="13" name="Flowchart: Magnetic Disk 12">
            <a:extLst>
              <a:ext uri="{FF2B5EF4-FFF2-40B4-BE49-F238E27FC236}">
                <a16:creationId xmlns:a16="http://schemas.microsoft.com/office/drawing/2014/main" id="{2EFF6F08-285C-0EE2-5BC5-24321473D935}"/>
              </a:ext>
            </a:extLst>
          </p:cNvPr>
          <p:cNvSpPr/>
          <p:nvPr/>
        </p:nvSpPr>
        <p:spPr>
          <a:xfrm>
            <a:off x="5110841" y="2380827"/>
            <a:ext cx="1306287" cy="329044"/>
          </a:xfrm>
          <a:prstGeom prst="flowChartMagneticDisk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XIAO</a:t>
            </a:r>
            <a:endParaRPr lang="en-US" dirty="0"/>
          </a:p>
        </p:txBody>
      </p: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AFF1C03C-3230-864E-ECAC-CD1E21D78E3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713007" y="1700459"/>
            <a:ext cx="1163804" cy="855021"/>
          </a:xfrm>
          <a:prstGeom prst="curvedConnector3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4D86E56B-5A1D-F2E8-385A-12A26BA8D93F}"/>
              </a:ext>
            </a:extLst>
          </p:cNvPr>
          <p:cNvCxnSpPr>
            <a:cxnSpLocks/>
          </p:cNvCxnSpPr>
          <p:nvPr/>
        </p:nvCxnSpPr>
        <p:spPr>
          <a:xfrm rot="16200000" flipH="1">
            <a:off x="5564107" y="1642729"/>
            <a:ext cx="1254776" cy="938149"/>
          </a:xfrm>
          <a:prstGeom prst="curvedConnector3">
            <a:avLst>
              <a:gd name="adj1" fmla="val 50000"/>
            </a:avLst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22AF922-FCD7-48BD-06B6-CBF31C986024}"/>
              </a:ext>
            </a:extLst>
          </p:cNvPr>
          <p:cNvCxnSpPr>
            <a:endCxn id="13" idx="3"/>
          </p:cNvCxnSpPr>
          <p:nvPr/>
        </p:nvCxnSpPr>
        <p:spPr>
          <a:xfrm flipV="1">
            <a:off x="5763984" y="2709871"/>
            <a:ext cx="1" cy="77173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A4C6B90-E61D-70E2-942A-C57B5B54EB5E}"/>
              </a:ext>
            </a:extLst>
          </p:cNvPr>
          <p:cNvCxnSpPr>
            <a:cxnSpLocks/>
          </p:cNvCxnSpPr>
          <p:nvPr/>
        </p:nvCxnSpPr>
        <p:spPr>
          <a:xfrm flipH="1" flipV="1">
            <a:off x="6315904" y="2671825"/>
            <a:ext cx="36189" cy="25337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47ABB93-8EE4-D4B9-35D4-E8D9A42F5D4D}"/>
              </a:ext>
            </a:extLst>
          </p:cNvPr>
          <p:cNvCxnSpPr>
            <a:cxnSpLocks/>
          </p:cNvCxnSpPr>
          <p:nvPr/>
        </p:nvCxnSpPr>
        <p:spPr>
          <a:xfrm flipV="1">
            <a:off x="6224155" y="5180179"/>
            <a:ext cx="143308" cy="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Graphic 39" descr="Boxing Glove with solid fill">
            <a:extLst>
              <a:ext uri="{FF2B5EF4-FFF2-40B4-BE49-F238E27FC236}">
                <a16:creationId xmlns:a16="http://schemas.microsoft.com/office/drawing/2014/main" id="{367C08F8-5600-BF84-E7E7-581262210F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142873">
            <a:off x="3074796" y="3202038"/>
            <a:ext cx="1271646" cy="1271646"/>
          </a:xfrm>
          <a:prstGeom prst="rect">
            <a:avLst/>
          </a:prstGeom>
        </p:spPr>
      </p:pic>
      <p:pic>
        <p:nvPicPr>
          <p:cNvPr id="42" name="Graphic 41" descr="Internet with solid fill">
            <a:extLst>
              <a:ext uri="{FF2B5EF4-FFF2-40B4-BE49-F238E27FC236}">
                <a16:creationId xmlns:a16="http://schemas.microsoft.com/office/drawing/2014/main" id="{29E792E3-194E-01B0-9048-AB8253F3EB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50187" y="3130903"/>
            <a:ext cx="2049276" cy="2049276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A1C99EC6-F7AA-790B-5CF4-AE213DC00AE7}"/>
              </a:ext>
            </a:extLst>
          </p:cNvPr>
          <p:cNvSpPr txBox="1"/>
          <p:nvPr/>
        </p:nvSpPr>
        <p:spPr>
          <a:xfrm>
            <a:off x="9931381" y="308835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 err="1"/>
              <a:t>Laptop</a:t>
            </a:r>
            <a:endParaRPr lang="en-US" b="1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B7F6587-CFE4-A4CC-077C-3E42D9A80BC8}"/>
              </a:ext>
            </a:extLst>
          </p:cNvPr>
          <p:cNvCxnSpPr>
            <a:cxnSpLocks/>
          </p:cNvCxnSpPr>
          <p:nvPr/>
        </p:nvCxnSpPr>
        <p:spPr>
          <a:xfrm>
            <a:off x="6563647" y="2545349"/>
            <a:ext cx="3004280" cy="13333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Graphic 47" descr="Badge 1 with solid fill">
            <a:extLst>
              <a:ext uri="{FF2B5EF4-FFF2-40B4-BE49-F238E27FC236}">
                <a16:creationId xmlns:a16="http://schemas.microsoft.com/office/drawing/2014/main" id="{C4628B20-5C84-5159-7C71-44A8CA8C93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10841" y="2832011"/>
            <a:ext cx="597784" cy="597784"/>
          </a:xfrm>
          <a:prstGeom prst="rect">
            <a:avLst/>
          </a:prstGeom>
        </p:spPr>
      </p:pic>
      <p:pic>
        <p:nvPicPr>
          <p:cNvPr id="50" name="Graphic 49" descr="Badge with solid fill">
            <a:extLst>
              <a:ext uri="{FF2B5EF4-FFF2-40B4-BE49-F238E27FC236}">
                <a16:creationId xmlns:a16="http://schemas.microsoft.com/office/drawing/2014/main" id="{3116E110-5015-1987-70E4-C08B202D95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53923">
            <a:off x="7937311" y="2574999"/>
            <a:ext cx="757372" cy="75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091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E118D-B5FE-68FB-2B58-701E750A2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93997B39-E71D-4E72-8EAE-B0036FCADE4D}"/>
              </a:ext>
            </a:extLst>
          </p:cNvPr>
          <p:cNvGrpSpPr/>
          <p:nvPr/>
        </p:nvGrpSpPr>
        <p:grpSpPr>
          <a:xfrm rot="21040393">
            <a:off x="3841006" y="1525730"/>
            <a:ext cx="3721733" cy="4885415"/>
            <a:chOff x="3854725" y="1503404"/>
            <a:chExt cx="3721733" cy="4885415"/>
          </a:xfrm>
        </p:grpSpPr>
        <p:sp>
          <p:nvSpPr>
            <p:cNvPr id="3" name="Flowchart: Predefined Process 2">
              <a:extLst>
                <a:ext uri="{FF2B5EF4-FFF2-40B4-BE49-F238E27FC236}">
                  <a16:creationId xmlns:a16="http://schemas.microsoft.com/office/drawing/2014/main" id="{81AA1CBB-851E-9EC7-1499-4E2CD5518504}"/>
                </a:ext>
              </a:extLst>
            </p:cNvPr>
            <p:cNvSpPr/>
            <p:nvPr/>
          </p:nvSpPr>
          <p:spPr>
            <a:xfrm>
              <a:off x="5094515" y="2758178"/>
              <a:ext cx="2481943" cy="3622015"/>
            </a:xfrm>
            <a:prstGeom prst="flowChartPredefined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lowchart: Process 10">
              <a:extLst>
                <a:ext uri="{FF2B5EF4-FFF2-40B4-BE49-F238E27FC236}">
                  <a16:creationId xmlns:a16="http://schemas.microsoft.com/office/drawing/2014/main" id="{4E951F12-4A68-C25A-A92A-9A8E61ED6A6B}"/>
                </a:ext>
              </a:extLst>
            </p:cNvPr>
            <p:cNvSpPr/>
            <p:nvPr/>
          </p:nvSpPr>
          <p:spPr>
            <a:xfrm>
              <a:off x="5875317" y="3500590"/>
              <a:ext cx="920338" cy="712519"/>
            </a:xfrm>
            <a:prstGeom prst="flowChartProcess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dirty="0" err="1"/>
                <a:t>Top</a:t>
              </a:r>
              <a:r>
                <a:rPr lang="vi-VN" dirty="0"/>
                <a:t> </a:t>
              </a:r>
              <a:r>
                <a:rPr lang="vi-VN" dirty="0" err="1"/>
                <a:t>mic</a:t>
              </a:r>
              <a:endParaRPr lang="en-US" dirty="0"/>
            </a:p>
          </p:txBody>
        </p:sp>
        <p:sp>
          <p:nvSpPr>
            <p:cNvPr id="12" name="Flowchart: Process 11">
              <a:extLst>
                <a:ext uri="{FF2B5EF4-FFF2-40B4-BE49-F238E27FC236}">
                  <a16:creationId xmlns:a16="http://schemas.microsoft.com/office/drawing/2014/main" id="{447A98C4-2E27-DF01-35AF-971866B8A3B8}"/>
                </a:ext>
              </a:extLst>
            </p:cNvPr>
            <p:cNvSpPr/>
            <p:nvPr/>
          </p:nvSpPr>
          <p:spPr>
            <a:xfrm>
              <a:off x="5875317" y="4868308"/>
              <a:ext cx="920338" cy="712519"/>
            </a:xfrm>
            <a:prstGeom prst="flowChartProcess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dirty="0" err="1"/>
                <a:t>Bottom</a:t>
              </a:r>
              <a:r>
                <a:rPr lang="vi-VN" dirty="0"/>
                <a:t> </a:t>
              </a:r>
              <a:r>
                <a:rPr lang="vi-VN" dirty="0" err="1"/>
                <a:t>mic</a:t>
              </a:r>
              <a:endParaRPr lang="en-US" dirty="0"/>
            </a:p>
          </p:txBody>
        </p:sp>
        <p:sp>
          <p:nvSpPr>
            <p:cNvPr id="13" name="Flowchart: Magnetic Disk 12">
              <a:extLst>
                <a:ext uri="{FF2B5EF4-FFF2-40B4-BE49-F238E27FC236}">
                  <a16:creationId xmlns:a16="http://schemas.microsoft.com/office/drawing/2014/main" id="{862775BF-B944-67C6-47EE-E962921079B5}"/>
                </a:ext>
              </a:extLst>
            </p:cNvPr>
            <p:cNvSpPr/>
            <p:nvPr/>
          </p:nvSpPr>
          <p:spPr>
            <a:xfrm>
              <a:off x="5682341" y="2399815"/>
              <a:ext cx="1306287" cy="329044"/>
            </a:xfrm>
            <a:prstGeom prst="flowChartMagneticDisk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/>
                <a:t>XIAO</a:t>
              </a:r>
              <a:endParaRPr lang="en-US" dirty="0"/>
            </a:p>
          </p:txBody>
        </p:sp>
        <p:cxnSp>
          <p:nvCxnSpPr>
            <p:cNvPr id="6" name="Connector: Curved 5">
              <a:extLst>
                <a:ext uri="{FF2B5EF4-FFF2-40B4-BE49-F238E27FC236}">
                  <a16:creationId xmlns:a16="http://schemas.microsoft.com/office/drawing/2014/main" id="{4024AB83-245C-F456-1032-02120FC9B08E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284507" y="1719447"/>
              <a:ext cx="1163804" cy="855021"/>
            </a:xfrm>
            <a:prstGeom prst="curvedConnector3">
              <a:avLst/>
            </a:prstGeom>
            <a:ln w="571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: Curved 16">
              <a:extLst>
                <a:ext uri="{FF2B5EF4-FFF2-40B4-BE49-F238E27FC236}">
                  <a16:creationId xmlns:a16="http://schemas.microsoft.com/office/drawing/2014/main" id="{8D85A4C2-36A9-3235-519A-FC0DE3F167E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135607" y="1661717"/>
              <a:ext cx="1254776" cy="938149"/>
            </a:xfrm>
            <a:prstGeom prst="curvedConnector3">
              <a:avLst>
                <a:gd name="adj1" fmla="val 50000"/>
              </a:avLst>
            </a:prstGeom>
            <a:ln w="571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B8DEE9B-0C71-4EDE-04F5-5DA71AC7BC0A}"/>
                </a:ext>
              </a:extLst>
            </p:cNvPr>
            <p:cNvGrpSpPr/>
            <p:nvPr/>
          </p:nvGrpSpPr>
          <p:grpSpPr>
            <a:xfrm rot="827310">
              <a:off x="3854725" y="2887030"/>
              <a:ext cx="2426549" cy="3501789"/>
              <a:chOff x="1001798" y="2530225"/>
              <a:chExt cx="775040" cy="1813294"/>
            </a:xfrm>
          </p:grpSpPr>
          <p:sp>
            <p:nvSpPr>
              <p:cNvPr id="5" name="Arc 4">
                <a:extLst>
                  <a:ext uri="{FF2B5EF4-FFF2-40B4-BE49-F238E27FC236}">
                    <a16:creationId xmlns:a16="http://schemas.microsoft.com/office/drawing/2014/main" id="{2F65E18D-8ABE-0A83-5BCB-2F1072795623}"/>
                  </a:ext>
                </a:extLst>
              </p:cNvPr>
              <p:cNvSpPr/>
              <p:nvPr/>
            </p:nvSpPr>
            <p:spPr>
              <a:xfrm>
                <a:off x="1227364" y="2961173"/>
                <a:ext cx="249382" cy="795647"/>
              </a:xfrm>
              <a:prstGeom prst="arc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Arc 6">
                <a:extLst>
                  <a:ext uri="{FF2B5EF4-FFF2-40B4-BE49-F238E27FC236}">
                    <a16:creationId xmlns:a16="http://schemas.microsoft.com/office/drawing/2014/main" id="{034A4DC8-9F9C-3690-B033-8E355918BD60}"/>
                  </a:ext>
                </a:extLst>
              </p:cNvPr>
              <p:cNvSpPr/>
              <p:nvPr/>
            </p:nvSpPr>
            <p:spPr>
              <a:xfrm>
                <a:off x="1072592" y="2782206"/>
                <a:ext cx="557859" cy="1514889"/>
              </a:xfrm>
              <a:prstGeom prst="arc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Arc 7">
                <a:extLst>
                  <a:ext uri="{FF2B5EF4-FFF2-40B4-BE49-F238E27FC236}">
                    <a16:creationId xmlns:a16="http://schemas.microsoft.com/office/drawing/2014/main" id="{09269E26-AE03-A8B9-BA04-0289121E4398}"/>
                  </a:ext>
                </a:extLst>
              </p:cNvPr>
              <p:cNvSpPr/>
              <p:nvPr/>
            </p:nvSpPr>
            <p:spPr>
              <a:xfrm>
                <a:off x="1001798" y="2530225"/>
                <a:ext cx="775040" cy="1813294"/>
              </a:xfrm>
              <a:prstGeom prst="arc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B058B-54F6-1F91-E5D1-A0CECF340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5341" y="6492874"/>
            <a:ext cx="822951" cy="228601"/>
          </a:xfrm>
        </p:spPr>
        <p:txBody>
          <a:bodyPr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F156C763-ADD9-42C9-9678-C546472D59AA}" type="slidenum">
              <a:rPr kumimoji="0" lang="en-US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2E4BB9FF-6A30-A1AB-82A1-06BA84E6B313}"/>
              </a:ext>
            </a:extLst>
          </p:cNvPr>
          <p:cNvSpPr/>
          <p:nvPr/>
        </p:nvSpPr>
        <p:spPr>
          <a:xfrm>
            <a:off x="3360716" y="1484414"/>
            <a:ext cx="5866411" cy="5373585"/>
          </a:xfrm>
          <a:prstGeom prst="flowChartProcess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peech Bubble: Oval 13">
            <a:extLst>
              <a:ext uri="{FF2B5EF4-FFF2-40B4-BE49-F238E27FC236}">
                <a16:creationId xmlns:a16="http://schemas.microsoft.com/office/drawing/2014/main" id="{75FD65A3-CBFE-2508-A01E-AF1BB017CC88}"/>
              </a:ext>
            </a:extLst>
          </p:cNvPr>
          <p:cNvSpPr/>
          <p:nvPr/>
        </p:nvSpPr>
        <p:spPr>
          <a:xfrm rot="19214648">
            <a:off x="732196" y="1753744"/>
            <a:ext cx="1914772" cy="1282897"/>
          </a:xfrm>
          <a:prstGeom prst="wedgeEllipseCallout">
            <a:avLst>
              <a:gd name="adj1" fmla="val 90353"/>
              <a:gd name="adj2" fmla="val 22342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b="1" dirty="0">
                <a:solidFill>
                  <a:srgbClr val="FF0000"/>
                </a:solidFill>
              </a:rPr>
              <a:t>BANG!!!</a:t>
            </a:r>
            <a:endParaRPr lang="en-US" sz="2000" b="1" dirty="0">
              <a:solidFill>
                <a:srgbClr val="FF0000"/>
              </a:solidFill>
            </a:endParaRPr>
          </a:p>
        </p:txBody>
      </p:sp>
      <p:pic>
        <p:nvPicPr>
          <p:cNvPr id="40" name="Graphic 39" descr="Boxing Glove with solid fill">
            <a:extLst>
              <a:ext uri="{FF2B5EF4-FFF2-40B4-BE49-F238E27FC236}">
                <a16:creationId xmlns:a16="http://schemas.microsoft.com/office/drawing/2014/main" id="{DC2B5CFF-0C0F-F43C-A5F6-BD6B20346A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4227764">
            <a:off x="4005044" y="3739999"/>
            <a:ext cx="1271646" cy="1271646"/>
          </a:xfrm>
          <a:prstGeom prst="rect">
            <a:avLst/>
          </a:prstGeom>
        </p:spPr>
      </p:pic>
      <p:pic>
        <p:nvPicPr>
          <p:cNvPr id="20" name="Graphic 19" descr="Internet with solid fill">
            <a:extLst>
              <a:ext uri="{FF2B5EF4-FFF2-40B4-BE49-F238E27FC236}">
                <a16:creationId xmlns:a16="http://schemas.microsoft.com/office/drawing/2014/main" id="{59887F64-2671-7D30-C6F4-B2749C06FC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5178" y="3747637"/>
            <a:ext cx="2049276" cy="204927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E33BBDE-F1E7-BD63-AD95-6675097B2CDC}"/>
              </a:ext>
            </a:extLst>
          </p:cNvPr>
          <p:cNvSpPr txBox="1"/>
          <p:nvPr/>
        </p:nvSpPr>
        <p:spPr>
          <a:xfrm>
            <a:off x="10206372" y="3705088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 err="1"/>
              <a:t>Laptop</a:t>
            </a:r>
            <a:endParaRPr lang="en-US" b="1" dirty="0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58712225-C000-73C6-BA61-9E8823B2E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0" y="289755"/>
            <a:ext cx="10606926" cy="640073"/>
          </a:xfrm>
        </p:spPr>
        <p:txBody>
          <a:bodyPr anchor="t">
            <a:noAutofit/>
          </a:bodyPr>
          <a:lstStyle/>
          <a:p>
            <a:pPr lvl="0" algn="ctr"/>
            <a:r>
              <a:rPr lang="vi-V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Basic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vi-V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XIAO </a:t>
            </a:r>
            <a:r>
              <a:rPr lang="vi-V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vi-V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657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41DEA-DB5B-9FAC-9B48-C264B5861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A5C0EC8-1C36-CA16-38D0-24490383154F}"/>
              </a:ext>
            </a:extLst>
          </p:cNvPr>
          <p:cNvGrpSpPr/>
          <p:nvPr/>
        </p:nvGrpSpPr>
        <p:grpSpPr>
          <a:xfrm rot="21040393">
            <a:off x="3789457" y="1517517"/>
            <a:ext cx="3619679" cy="4876789"/>
            <a:chOff x="3956779" y="1503404"/>
            <a:chExt cx="3619679" cy="4876789"/>
          </a:xfrm>
        </p:grpSpPr>
        <p:sp>
          <p:nvSpPr>
            <p:cNvPr id="3" name="Flowchart: Predefined Process 2">
              <a:extLst>
                <a:ext uri="{FF2B5EF4-FFF2-40B4-BE49-F238E27FC236}">
                  <a16:creationId xmlns:a16="http://schemas.microsoft.com/office/drawing/2014/main" id="{600945CE-C030-1F1C-B3D9-B2F68239C43F}"/>
                </a:ext>
              </a:extLst>
            </p:cNvPr>
            <p:cNvSpPr/>
            <p:nvPr/>
          </p:nvSpPr>
          <p:spPr>
            <a:xfrm>
              <a:off x="5094515" y="2758178"/>
              <a:ext cx="2481943" cy="3622015"/>
            </a:xfrm>
            <a:prstGeom prst="flowChartPredefined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lowchart: Process 10">
              <a:extLst>
                <a:ext uri="{FF2B5EF4-FFF2-40B4-BE49-F238E27FC236}">
                  <a16:creationId xmlns:a16="http://schemas.microsoft.com/office/drawing/2014/main" id="{D127E267-AF5C-D1DD-6F35-DA8AFD560A90}"/>
                </a:ext>
              </a:extLst>
            </p:cNvPr>
            <p:cNvSpPr/>
            <p:nvPr/>
          </p:nvSpPr>
          <p:spPr>
            <a:xfrm>
              <a:off x="5875317" y="3500590"/>
              <a:ext cx="920338" cy="712519"/>
            </a:xfrm>
            <a:prstGeom prst="flowChartProcess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Top</a:t>
              </a:r>
              <a:r>
                <a:rPr lang="vi-V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vi-V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mic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Flowchart: Process 11">
              <a:extLst>
                <a:ext uri="{FF2B5EF4-FFF2-40B4-BE49-F238E27FC236}">
                  <a16:creationId xmlns:a16="http://schemas.microsoft.com/office/drawing/2014/main" id="{6819EFC6-6950-E7F0-04D5-887F94C4E988}"/>
                </a:ext>
              </a:extLst>
            </p:cNvPr>
            <p:cNvSpPr/>
            <p:nvPr/>
          </p:nvSpPr>
          <p:spPr>
            <a:xfrm>
              <a:off x="5875317" y="4868308"/>
              <a:ext cx="920338" cy="712519"/>
            </a:xfrm>
            <a:prstGeom prst="flowChartProcess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Bottom</a:t>
              </a:r>
              <a:r>
                <a:rPr lang="vi-V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vi-V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mic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Flowchart: Magnetic Disk 12">
              <a:extLst>
                <a:ext uri="{FF2B5EF4-FFF2-40B4-BE49-F238E27FC236}">
                  <a16:creationId xmlns:a16="http://schemas.microsoft.com/office/drawing/2014/main" id="{46B23A8B-E624-3DF3-18D9-3A72655E87B1}"/>
                </a:ext>
              </a:extLst>
            </p:cNvPr>
            <p:cNvSpPr/>
            <p:nvPr/>
          </p:nvSpPr>
          <p:spPr>
            <a:xfrm>
              <a:off x="5682341" y="2399815"/>
              <a:ext cx="1306287" cy="329044"/>
            </a:xfrm>
            <a:prstGeom prst="flowChartMagneticDisk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XIAO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" name="Connector: Curved 5">
              <a:extLst>
                <a:ext uri="{FF2B5EF4-FFF2-40B4-BE49-F238E27FC236}">
                  <a16:creationId xmlns:a16="http://schemas.microsoft.com/office/drawing/2014/main" id="{1A86A69B-E412-40D7-89D1-72C9BA0C1E0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284507" y="1719447"/>
              <a:ext cx="1163804" cy="855021"/>
            </a:xfrm>
            <a:prstGeom prst="curvedConnector3">
              <a:avLst/>
            </a:prstGeom>
            <a:ln w="571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: Curved 16">
              <a:extLst>
                <a:ext uri="{FF2B5EF4-FFF2-40B4-BE49-F238E27FC236}">
                  <a16:creationId xmlns:a16="http://schemas.microsoft.com/office/drawing/2014/main" id="{7B866AE9-D4AB-0F34-97B5-82E1A7388DC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135607" y="1661717"/>
              <a:ext cx="1254776" cy="938149"/>
            </a:xfrm>
            <a:prstGeom prst="curvedConnector3">
              <a:avLst>
                <a:gd name="adj1" fmla="val 50000"/>
              </a:avLst>
            </a:prstGeom>
            <a:ln w="571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503282E-893C-2781-D150-9D0C9147B062}"/>
                </a:ext>
              </a:extLst>
            </p:cNvPr>
            <p:cNvGrpSpPr/>
            <p:nvPr/>
          </p:nvGrpSpPr>
          <p:grpSpPr>
            <a:xfrm rot="827310">
              <a:off x="3956779" y="2861797"/>
              <a:ext cx="2426549" cy="3501789"/>
              <a:chOff x="1031534" y="2504940"/>
              <a:chExt cx="775040" cy="1813294"/>
            </a:xfrm>
          </p:grpSpPr>
          <p:sp>
            <p:nvSpPr>
              <p:cNvPr id="5" name="Arc 4">
                <a:extLst>
                  <a:ext uri="{FF2B5EF4-FFF2-40B4-BE49-F238E27FC236}">
                    <a16:creationId xmlns:a16="http://schemas.microsoft.com/office/drawing/2014/main" id="{4160E5A3-CBE3-C972-9CFE-FAA7FC32AFFF}"/>
                  </a:ext>
                </a:extLst>
              </p:cNvPr>
              <p:cNvSpPr/>
              <p:nvPr/>
            </p:nvSpPr>
            <p:spPr>
              <a:xfrm>
                <a:off x="1230896" y="2912896"/>
                <a:ext cx="249382" cy="795647"/>
              </a:xfrm>
              <a:prstGeom prst="arc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Arc 6">
                <a:extLst>
                  <a:ext uri="{FF2B5EF4-FFF2-40B4-BE49-F238E27FC236}">
                    <a16:creationId xmlns:a16="http://schemas.microsoft.com/office/drawing/2014/main" id="{4808EE77-20C0-C4E5-3AE3-36B275D2BBA0}"/>
                  </a:ext>
                </a:extLst>
              </p:cNvPr>
              <p:cNvSpPr/>
              <p:nvPr/>
            </p:nvSpPr>
            <p:spPr>
              <a:xfrm>
                <a:off x="1073381" y="2716783"/>
                <a:ext cx="557859" cy="1514889"/>
              </a:xfrm>
              <a:prstGeom prst="arc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Arc 7">
                <a:extLst>
                  <a:ext uri="{FF2B5EF4-FFF2-40B4-BE49-F238E27FC236}">
                    <a16:creationId xmlns:a16="http://schemas.microsoft.com/office/drawing/2014/main" id="{A514D837-3648-3F3B-03ED-1B1B87907C2E}"/>
                  </a:ext>
                </a:extLst>
              </p:cNvPr>
              <p:cNvSpPr/>
              <p:nvPr/>
            </p:nvSpPr>
            <p:spPr>
              <a:xfrm>
                <a:off x="1031534" y="2504940"/>
                <a:ext cx="775040" cy="1813294"/>
              </a:xfrm>
              <a:prstGeom prst="arc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585BC-FC89-5DF5-3461-2AB969AC9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5341" y="6492874"/>
            <a:ext cx="822951" cy="228601"/>
          </a:xfrm>
        </p:spPr>
        <p:txBody>
          <a:bodyPr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F156C763-ADD9-42C9-9678-C546472D59AA}" type="slidenum">
              <a:rPr kumimoji="0" lang="en-US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424F5661-9175-0E51-9FF1-C320D823A844}"/>
              </a:ext>
            </a:extLst>
          </p:cNvPr>
          <p:cNvSpPr/>
          <p:nvPr/>
        </p:nvSpPr>
        <p:spPr>
          <a:xfrm>
            <a:off x="3208486" y="1484414"/>
            <a:ext cx="5866411" cy="5373585"/>
          </a:xfrm>
          <a:prstGeom prst="flowChartProcess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peech Bubble: Oval 13">
            <a:extLst>
              <a:ext uri="{FF2B5EF4-FFF2-40B4-BE49-F238E27FC236}">
                <a16:creationId xmlns:a16="http://schemas.microsoft.com/office/drawing/2014/main" id="{BF4693D9-26B2-7B46-2C74-EE81D386B392}"/>
              </a:ext>
            </a:extLst>
          </p:cNvPr>
          <p:cNvSpPr/>
          <p:nvPr/>
        </p:nvSpPr>
        <p:spPr>
          <a:xfrm>
            <a:off x="37909" y="1312252"/>
            <a:ext cx="2631468" cy="1390231"/>
          </a:xfrm>
          <a:prstGeom prst="wedgeEllipseCallout">
            <a:avLst>
              <a:gd name="adj1" fmla="val 145242"/>
              <a:gd name="adj2" fmla="val 454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Angular</a:t>
            </a:r>
            <a:r>
              <a:rPr lang="vi-V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acceleration</a:t>
            </a:r>
            <a:r>
              <a:rPr lang="vi-V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(IMU)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" name="Graphic 39" descr="Boxing Glove with solid fill">
            <a:extLst>
              <a:ext uri="{FF2B5EF4-FFF2-40B4-BE49-F238E27FC236}">
                <a16:creationId xmlns:a16="http://schemas.microsoft.com/office/drawing/2014/main" id="{EBE3E3BF-958C-6DFE-62E0-546587FC49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4227764">
            <a:off x="3995498" y="3758904"/>
            <a:ext cx="1271646" cy="1271646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69EDD399-2F9C-2987-BF12-0FE9D7E4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0" y="289755"/>
            <a:ext cx="10606926" cy="640073"/>
          </a:xfrm>
        </p:spPr>
        <p:txBody>
          <a:bodyPr anchor="t">
            <a:noAutofit/>
          </a:bodyPr>
          <a:lstStyle/>
          <a:p>
            <a:pPr lvl="0" algn="ctr"/>
            <a:r>
              <a:rPr lang="vi-V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Basic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vi-V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XIAO </a:t>
            </a:r>
            <a:r>
              <a:rPr lang="vi-V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vi-V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Graphic 18" descr="Refresh with solid fill">
            <a:extLst>
              <a:ext uri="{FF2B5EF4-FFF2-40B4-BE49-F238E27FC236}">
                <a16:creationId xmlns:a16="http://schemas.microsoft.com/office/drawing/2014/main" id="{BF1304E5-A948-C279-9A63-57A56FF146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5294559" y="1003830"/>
            <a:ext cx="914400" cy="914400"/>
          </a:xfrm>
          <a:prstGeom prst="rect">
            <a:avLst/>
          </a:prstGeom>
        </p:spPr>
      </p:pic>
      <p:sp>
        <p:nvSpPr>
          <p:cNvPr id="22" name="Speech Bubble: Oval 21">
            <a:extLst>
              <a:ext uri="{FF2B5EF4-FFF2-40B4-BE49-F238E27FC236}">
                <a16:creationId xmlns:a16="http://schemas.microsoft.com/office/drawing/2014/main" id="{4235CD3D-BB84-78E2-FD55-88C0B737A79C}"/>
              </a:ext>
            </a:extLst>
          </p:cNvPr>
          <p:cNvSpPr/>
          <p:nvPr/>
        </p:nvSpPr>
        <p:spPr>
          <a:xfrm>
            <a:off x="0" y="3155143"/>
            <a:ext cx="2631468" cy="1390231"/>
          </a:xfrm>
          <a:prstGeom prst="wedgeEllipseCallout">
            <a:avLst>
              <a:gd name="adj1" fmla="val 155377"/>
              <a:gd name="adj2" fmla="val -1345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vi-V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</a:t>
            </a:r>
            <a:r>
              <a:rPr lang="vi-V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</a:t>
            </a:r>
            <a:endParaRPr 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 Punch location detected</a:t>
            </a:r>
          </a:p>
        </p:txBody>
      </p:sp>
      <p:sp>
        <p:nvSpPr>
          <p:cNvPr id="23" name="Speech Bubble: Oval 22">
            <a:extLst>
              <a:ext uri="{FF2B5EF4-FFF2-40B4-BE49-F238E27FC236}">
                <a16:creationId xmlns:a16="http://schemas.microsoft.com/office/drawing/2014/main" id="{D8C541C5-6959-88FF-8A08-EDC68B79DB22}"/>
              </a:ext>
            </a:extLst>
          </p:cNvPr>
          <p:cNvSpPr/>
          <p:nvPr/>
        </p:nvSpPr>
        <p:spPr>
          <a:xfrm>
            <a:off x="100286" y="4998034"/>
            <a:ext cx="2631468" cy="1390231"/>
          </a:xfrm>
          <a:prstGeom prst="wedgeEllipseCallout">
            <a:avLst>
              <a:gd name="adj1" fmla="val 161168"/>
              <a:gd name="adj2" fmla="val -3126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lang="vi-V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</a:t>
            </a:r>
            <a:endParaRPr lang="vi-V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vi-VN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61FD2506-A8E4-D704-90D4-4764AF5EBC10}"/>
              </a:ext>
            </a:extLst>
          </p:cNvPr>
          <p:cNvSpPr/>
          <p:nvPr/>
        </p:nvSpPr>
        <p:spPr>
          <a:xfrm rot="2496553">
            <a:off x="7231870" y="3573027"/>
            <a:ext cx="2328287" cy="5711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and Display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39AAEC2-7289-4E67-CDEC-DEB12D8086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3353" y="4412530"/>
            <a:ext cx="2665898" cy="2362225"/>
          </a:xfrm>
          <a:prstGeom prst="rect">
            <a:avLst/>
          </a:prstGeom>
        </p:spPr>
      </p:pic>
      <p:sp>
        <p:nvSpPr>
          <p:cNvPr id="26" name="Speech Bubble: Oval 25">
            <a:extLst>
              <a:ext uri="{FF2B5EF4-FFF2-40B4-BE49-F238E27FC236}">
                <a16:creationId xmlns:a16="http://schemas.microsoft.com/office/drawing/2014/main" id="{535E1B7E-7E3F-741C-0D96-C53B4F2529D6}"/>
              </a:ext>
            </a:extLst>
          </p:cNvPr>
          <p:cNvSpPr/>
          <p:nvPr/>
        </p:nvSpPr>
        <p:spPr>
          <a:xfrm>
            <a:off x="10725385" y="1171065"/>
            <a:ext cx="1408332" cy="640074"/>
          </a:xfrm>
          <a:prstGeom prst="wedgeEllipseCallout">
            <a:avLst>
              <a:gd name="adj1" fmla="val -41889"/>
              <a:gd name="adj2" fmla="val 11199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Nice jab man!</a:t>
            </a:r>
          </a:p>
        </p:txBody>
      </p:sp>
      <p:pic>
        <p:nvPicPr>
          <p:cNvPr id="1026" name="Picture 2" descr="Watch Mike Tyson Live Stream | DAZN HM">
            <a:extLst>
              <a:ext uri="{FF2B5EF4-FFF2-40B4-BE49-F238E27FC236}">
                <a16:creationId xmlns:a16="http://schemas.microsoft.com/office/drawing/2014/main" id="{465C8364-88F6-C48F-97FE-1F84B94F1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9452" y="1653319"/>
            <a:ext cx="4538133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1705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6D8CC-13F7-381F-DD0D-9AB723D92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AA601-1464-DF7C-97C0-C752F18D1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537" y="269783"/>
            <a:ext cx="10606926" cy="640073"/>
          </a:xfrm>
        </p:spPr>
        <p:txBody>
          <a:bodyPr anchor="t">
            <a:noAutofit/>
          </a:bodyPr>
          <a:lstStyle/>
          <a:p>
            <a:pPr lvl="0"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Force Calculation Formula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8D96A-A553-B1E5-1AFF-8FE59E818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5341" y="6492874"/>
            <a:ext cx="822951" cy="228601"/>
          </a:xfrm>
        </p:spPr>
        <p:txBody>
          <a:bodyPr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F156C763-ADD9-42C9-9678-C546472D59AA}" type="slidenum">
              <a:rPr kumimoji="0" lang="en-US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0473FA-1065-1192-B769-FE06EE9F6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1" y="1524539"/>
            <a:ext cx="6049205" cy="48980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092A90-95DB-FDD7-677C-ED172AD13F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2681" y="1252325"/>
            <a:ext cx="5105125" cy="5442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864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AEA35-096B-FFD1-BA30-B9143D71C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4BB0C9C-9A8C-E63A-64E3-8A38C060D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292" y="2642573"/>
            <a:ext cx="9688932" cy="21858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28432E-38CC-28CE-ED9C-E7EC1FBDB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537" y="269783"/>
            <a:ext cx="10606926" cy="640073"/>
          </a:xfrm>
        </p:spPr>
        <p:txBody>
          <a:bodyPr anchor="t">
            <a:noAutofit/>
          </a:bodyPr>
          <a:lstStyle/>
          <a:p>
            <a:pPr lvl="0"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Force Calculation Formula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D0095-E56C-D6BF-77B6-C4FA3E68D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5341" y="6492874"/>
            <a:ext cx="822951" cy="228601"/>
          </a:xfrm>
        </p:spPr>
        <p:txBody>
          <a:bodyPr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F156C763-ADD9-42C9-9678-C546472D59AA}" type="slidenum">
              <a:rPr kumimoji="0" lang="en-US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CDEEABC5-F662-B25F-863C-51386E0DAF29}"/>
              </a:ext>
            </a:extLst>
          </p:cNvPr>
          <p:cNvSpPr/>
          <p:nvPr/>
        </p:nvSpPr>
        <p:spPr>
          <a:xfrm rot="5400000">
            <a:off x="4553189" y="64586"/>
            <a:ext cx="475013" cy="5047767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54F744-C11F-8E5E-CF8D-B353066B2AC1}"/>
              </a:ext>
            </a:extLst>
          </p:cNvPr>
          <p:cNvSpPr txBox="1"/>
          <p:nvPr/>
        </p:nvSpPr>
        <p:spPr>
          <a:xfrm>
            <a:off x="3445734" y="1783472"/>
            <a:ext cx="2420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Moment of Inertia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E63337-11BD-4709-0833-9A69B6232992}"/>
              </a:ext>
            </a:extLst>
          </p:cNvPr>
          <p:cNvSpPr txBox="1"/>
          <p:nvPr/>
        </p:nvSpPr>
        <p:spPr>
          <a:xfrm>
            <a:off x="6638564" y="1437240"/>
            <a:ext cx="48846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acceleration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(from IMU on XIAO microcontroller)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B78FE2E2-9A0B-70E4-589C-B389145B15A3}"/>
              </a:ext>
            </a:extLst>
          </p:cNvPr>
          <p:cNvSpPr/>
          <p:nvPr/>
        </p:nvSpPr>
        <p:spPr>
          <a:xfrm rot="5400000">
            <a:off x="8843394" y="1381036"/>
            <a:ext cx="475013" cy="2414866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44EC33E-1126-A518-5531-A79964B27A8E}"/>
                  </a:ext>
                </a:extLst>
              </p:cNvPr>
              <p:cNvSpPr txBox="1"/>
              <p:nvPr/>
            </p:nvSpPr>
            <p:spPr>
              <a:xfrm>
                <a:off x="3817971" y="4934242"/>
                <a:ext cx="5484194" cy="15586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Impact location -&gt; Detected by mic, either: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Top mic detected: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𝑒𝑛𝑠𝑜𝑟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𝑏𝑎𝑔</m:t>
                            </m:r>
                          </m:sub>
                        </m:sSub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Bottom mic detected: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𝑠𝑒𝑛𝑠𝑜𝑟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𝑏𝑎𝑔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44EC33E-1126-A518-5531-A79964B27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971" y="4934242"/>
                <a:ext cx="5484194" cy="1558632"/>
              </a:xfrm>
              <a:prstGeom prst="rect">
                <a:avLst/>
              </a:prstGeom>
              <a:blipFill>
                <a:blip r:embed="rId4"/>
                <a:stretch>
                  <a:fillRect l="-1667" t="-3125" r="-667" b="-2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eft Brace 13">
            <a:extLst>
              <a:ext uri="{FF2B5EF4-FFF2-40B4-BE49-F238E27FC236}">
                <a16:creationId xmlns:a16="http://schemas.microsoft.com/office/drawing/2014/main" id="{56B45D83-A052-CF0D-862C-653D956D468B}"/>
              </a:ext>
            </a:extLst>
          </p:cNvPr>
          <p:cNvSpPr/>
          <p:nvPr/>
        </p:nvSpPr>
        <p:spPr>
          <a:xfrm rot="16200000">
            <a:off x="6134297" y="4274107"/>
            <a:ext cx="475013" cy="738090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861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E32C0-E53E-789B-A0E9-63C0DDB71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F91F1-69B6-9AE0-CC38-4C211EDF1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816" y="231683"/>
            <a:ext cx="10606926" cy="640073"/>
          </a:xfrm>
        </p:spPr>
        <p:txBody>
          <a:bodyPr anchor="t">
            <a:noAutofit/>
          </a:bodyPr>
          <a:lstStyle/>
          <a:p>
            <a:pPr lvl="0"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display (URL: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http://smartpunch:8000/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E99A6-0C3A-DBB2-7868-9E2F2AEC7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5341" y="6492874"/>
            <a:ext cx="822951" cy="228601"/>
          </a:xfrm>
        </p:spPr>
        <p:txBody>
          <a:bodyPr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F156C763-ADD9-42C9-9678-C546472D59AA}" type="slidenum">
              <a:rPr kumimoji="0" lang="en-US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3" name="Content Placeholder 5">
            <a:extLst>
              <a:ext uri="{FF2B5EF4-FFF2-40B4-BE49-F238E27FC236}">
                <a16:creationId xmlns:a16="http://schemas.microsoft.com/office/drawing/2014/main" id="{F6619171-7900-9B4C-FFFD-EC02B215A1B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2873828" y="1122246"/>
            <a:ext cx="6936938" cy="573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35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8FDEF-595B-1CCC-3BDA-C1BBB43E8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3DF92-CE9A-DA87-8ADF-CFDD72A24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537" y="269783"/>
            <a:ext cx="10606926" cy="640073"/>
          </a:xfrm>
        </p:spPr>
        <p:txBody>
          <a:bodyPr anchor="t">
            <a:noAutofit/>
          </a:bodyPr>
          <a:lstStyle/>
          <a:p>
            <a:pPr lvl="0"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From sensors to XIAO microcontroller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CCED9-FD79-9C7E-5B72-28F7A2099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5341" y="6492874"/>
            <a:ext cx="822951" cy="228601"/>
          </a:xfrm>
        </p:spPr>
        <p:txBody>
          <a:bodyPr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F156C763-ADD9-42C9-9678-C546472D59AA}" type="slidenum">
              <a:rPr kumimoji="0" lang="en-US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B8C7A5E-D15E-B9BF-CC99-525D9E6903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3783021"/>
              </p:ext>
            </p:extLst>
          </p:nvPr>
        </p:nvGraphicFramePr>
        <p:xfrm>
          <a:off x="2032000" y="1302808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60415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5C98B-4B82-1CC8-EFB9-D4D0AF33B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5A970-DB92-45CD-C137-FFC9C3A99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5341" y="6492874"/>
            <a:ext cx="822951" cy="228601"/>
          </a:xfrm>
        </p:spPr>
        <p:txBody>
          <a:bodyPr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F156C763-ADD9-42C9-9678-C546472D59AA}" type="slidenum">
              <a:rPr kumimoji="0" lang="en-US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E959112-61C9-3AD3-4B62-A533C67DE2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7211993"/>
              </p:ext>
            </p:extLst>
          </p:nvPr>
        </p:nvGraphicFramePr>
        <p:xfrm>
          <a:off x="2032000" y="1302808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1E8C9815-0A44-7CDE-83B4-4018D974A0AF}"/>
              </a:ext>
            </a:extLst>
          </p:cNvPr>
          <p:cNvSpPr txBox="1">
            <a:spLocks/>
          </p:cNvSpPr>
          <p:nvPr/>
        </p:nvSpPr>
        <p:spPr>
          <a:xfrm>
            <a:off x="792537" y="269783"/>
            <a:ext cx="10606926" cy="640073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From XIAO microcontroller to Laptop</a:t>
            </a:r>
          </a:p>
        </p:txBody>
      </p:sp>
    </p:spTree>
    <p:extLst>
      <p:ext uri="{BB962C8B-B14F-4D97-AF65-F5344CB8AC3E}">
        <p14:creationId xmlns:p14="http://schemas.microsoft.com/office/powerpoint/2010/main" val="394129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BD6DF-764F-C6DE-9437-87CFE7985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EED82-0BDA-AE16-2A02-D77B2B524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537" y="269783"/>
            <a:ext cx="10606926" cy="640073"/>
          </a:xfrm>
        </p:spPr>
        <p:txBody>
          <a:bodyPr anchor="t">
            <a:noAutofit/>
          </a:bodyPr>
          <a:lstStyle/>
          <a:p>
            <a:pPr lvl="0"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Architecture (Django Web Server)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88BE99-6F20-52AF-83A6-B28275FC3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5341" y="6492874"/>
            <a:ext cx="822951" cy="228601"/>
          </a:xfrm>
        </p:spPr>
        <p:txBody>
          <a:bodyPr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F156C763-ADD9-42C9-9678-C546472D59AA}" type="slidenum">
              <a:rPr kumimoji="0" lang="en-US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E437EFC-A490-B4F0-62B5-B1F8F47511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0962153"/>
              </p:ext>
            </p:extLst>
          </p:nvPr>
        </p:nvGraphicFramePr>
        <p:xfrm>
          <a:off x="1774041" y="1087801"/>
          <a:ext cx="8643918" cy="59031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73623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D3FE032-6CCA-444A-9774-C6FCB4F7A94D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41880</TotalTime>
  <Words>590</Words>
  <Application>Microsoft Office PowerPoint</Application>
  <PresentationFormat>Widescreen</PresentationFormat>
  <Paragraphs>111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Table of Contents </vt:lpstr>
      <vt:lpstr>1. Basic setup </vt:lpstr>
      <vt:lpstr>All systems are available on GitHub</vt:lpstr>
      <vt:lpstr>Basic setup (Sensors -&gt; XIAO Microcontroller -&gt; Web)</vt:lpstr>
      <vt:lpstr>Basic setup (Sensors -&gt; XIAO Microcontroller -&gt; Web)</vt:lpstr>
      <vt:lpstr>Basic setup (Sensors -&gt; XIAO Microcontroller -&gt; Web)</vt:lpstr>
      <vt:lpstr>Force Calculation Formula</vt:lpstr>
      <vt:lpstr>Force Calculation Formula</vt:lpstr>
      <vt:lpstr>Web display (URL: http://smartpunch:8000/ )</vt:lpstr>
      <vt:lpstr>2. From sensors to XIAO microcontroller</vt:lpstr>
      <vt:lpstr>PowerPoint Presentation</vt:lpstr>
      <vt:lpstr>Backend Architecture (Django Web Server)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</dc:title>
  <dc:creator>Khue Ha</dc:creator>
  <cp:lastModifiedBy>Vũ Dương</cp:lastModifiedBy>
  <cp:revision>351</cp:revision>
  <dcterms:created xsi:type="dcterms:W3CDTF">2024-05-04T05:06:46Z</dcterms:created>
  <dcterms:modified xsi:type="dcterms:W3CDTF">2026-04-20T10:53:06Z</dcterms:modified>
</cp:coreProperties>
</file>